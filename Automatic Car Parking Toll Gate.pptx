
<file path=[Content_Types].xml><?xml version="1.0" encoding="utf-8"?>
<Types xmlns="http://schemas.openxmlformats.org/package/2006/content-types">
  <Override PartName="/ppt/slideMasters/slideMaster3.xml" ContentType="application/vnd.openxmlformats-officedocument.presentationml.slideMaster+xml"/>
  <Override PartName="/ppt/theme/theme5.xml" ContentType="application/vnd.openxmlformats-officedocument.theme+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Masters/slideMaster19.xml" ContentType="application/vnd.openxmlformats-officedocument.presentationml.slideMaster+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Masters/slideMaster17.xml" ContentType="application/vnd.openxmlformats-officedocument.presentationml.slideMaster+xml"/>
  <Override PartName="/ppt/slideMasters/slideMaster26.xml" ContentType="application/vnd.openxmlformats-officedocument.presentationml.slideMaster+xml"/>
  <Override PartName="/ppt/slideLayouts/slideLayout13.xml" ContentType="application/vnd.openxmlformats-officedocument.presentationml.slideLayout+xml"/>
  <Override PartName="/ppt/theme/theme18.xml" ContentType="application/vnd.openxmlformats-officedocument.theme+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Masters/slideMaster15.xml" ContentType="application/vnd.openxmlformats-officedocument.presentationml.slideMaster+xml"/>
  <Override PartName="/ppt/slideMasters/slideMaster24.xml" ContentType="application/vnd.openxmlformats-officedocument.presentationml.slideMaster+xml"/>
  <Override PartName="/ppt/tableStyles.xml" ContentType="application/vnd.openxmlformats-officedocument.presentationml.tableStyles+xml"/>
  <Override PartName="/ppt/slideLayouts/slideLayout11.xml" ContentType="application/vnd.openxmlformats-officedocument.presentationml.slideLayout+xml"/>
  <Override PartName="/ppt/theme/theme16.xml" ContentType="application/vnd.openxmlformats-officedocument.them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slideMasters/slideMaster13.xml" ContentType="application/vnd.openxmlformats-officedocument.presentationml.slideMaster+xml"/>
  <Override PartName="/ppt/slideMasters/slideMaster22.xml" ContentType="application/vnd.openxmlformats-officedocument.presentationml.slideMaster+xml"/>
  <Override PartName="/ppt/theme/theme14.xml" ContentType="application/vnd.openxmlformats-officedocument.theme+xml"/>
  <Override PartName="/ppt/theme/theme23.xml" ContentType="application/vnd.openxmlformats-officedocument.theme+xml"/>
  <Override PartName="/ppt/theme/theme25.xml" ContentType="application/vnd.openxmlformats-officedocument.theme+xml"/>
  <Override PartName="/docProps/core1.xml" ContentType="application/vnd.openxmlformats-package.core-properties+xml"/>
  <Override PartName="/ppt/slideMasters/slideMaster6.xml" ContentType="application/vnd.openxmlformats-officedocument.presentationml.slideMaster+xml"/>
  <Override PartName="/ppt/slideMasters/slideMaster20.xml" ContentType="application/vnd.openxmlformats-officedocument.presentationml.slideMaster+xml"/>
  <Override PartName="/ppt/theme/theme8.xml" ContentType="application/vnd.openxmlformats-officedocument.theme+xml"/>
  <Override PartName="/ppt/theme/theme12.xml" ContentType="application/vnd.openxmlformats-officedocument.theme+xml"/>
  <Override PartName="/ppt/theme/theme21.xml" ContentType="application/vnd.openxmlformats-officedocument.theme+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Layouts/slideLayout9.xml" ContentType="application/vnd.openxmlformats-officedocument.presentationml.slideLayout+xml"/>
  <Override PartName="/ppt/theme/theme10.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theme/theme4.xml" ContentType="application/vnd.openxmlformats-officedocument.them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Masters/slideMaster18.xml" ContentType="application/vnd.openxmlformats-officedocument.presentationml.slideMaster+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Masters/slideMaster16.xml" ContentType="application/vnd.openxmlformats-officedocument.presentationml.slideMaster+xml"/>
  <Override PartName="/ppt/slideMasters/slideMaster25.xml" ContentType="application/vnd.openxmlformats-officedocument.presentationml.slideMaster+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heme/theme19.xml" ContentType="application/vnd.openxmlformats-officedocument.theme+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Masters/slideMaster14.xml" ContentType="application/vnd.openxmlformats-officedocument.presentationml.slideMaster+xml"/>
  <Override PartName="/ppt/slideMasters/slideMaster23.xml" ContentType="application/vnd.openxmlformats-officedocument.presentationml.slideMaster+xml"/>
  <Override PartName="/ppt/slideLayouts/slideLayout12.xml" ContentType="application/vnd.openxmlformats-officedocument.presentationml.slideLayout+xml"/>
  <Override PartName="/ppt/theme/theme17.xml" ContentType="application/vnd.openxmlformats-officedocument.theme+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theme/theme26.xml" ContentType="application/vnd.openxmlformats-officedocument.theme+xml"/>
  <Override PartName="/ppt/slideMasters/slideMaster9.xml" ContentType="application/vnd.openxmlformats-officedocument.presentationml.slideMaster+xml"/>
  <Override PartName="/ppt/slideMasters/slideMaster12.xml" ContentType="application/vnd.openxmlformats-officedocument.presentationml.slideMaster+xml"/>
  <Override PartName="/ppt/slideMasters/slideMaster21.xml" ContentType="application/vnd.openxmlformats-officedocument.presentationml.slideMaster+xml"/>
  <Override PartName="/ppt/slideLayouts/slideLayout10.xml" ContentType="application/vnd.openxmlformats-officedocument.presentationml.slideLayout+xml"/>
  <Override PartName="/ppt/theme/theme15.xml" ContentType="application/vnd.openxmlformats-officedocument.theme+xml"/>
  <Override PartName="/ppt/theme/theme24.xml" ContentType="application/vnd.openxmlformats-officedocument.them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theme/theme13.xml" ContentType="application/vnd.openxmlformats-officedocument.theme+xml"/>
  <Override PartName="/ppt/theme/theme22.xml" ContentType="application/vnd.openxmlformats-officedocument.theme+xml"/>
  <Override PartName="/ppt/slideMasters/slideMaster5.xml" ContentType="application/vnd.openxmlformats-officedocument.presentationml.slideMaster+xml"/>
  <Override PartName="/ppt/theme/theme7.xml" ContentType="application/vnd.openxmlformats-officedocument.theme+xml"/>
  <Override PartName="/ppt/theme/theme11.xml" ContentType="application/vnd.openxmlformats-officedocument.theme+xml"/>
  <Override PartName="/ppt/theme/theme20.xml" ContentType="application/vnd.openxmlformats-officedocument.them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1.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 id="2147483652" r:id="rId2"/>
    <p:sldMasterId id="2147483654" r:id="rId3"/>
    <p:sldMasterId id="2147483656" r:id="rId4"/>
    <p:sldMasterId id="2147483658" r:id="rId5"/>
    <p:sldMasterId id="2147483662" r:id="rId6"/>
    <p:sldMasterId id="2147483664" r:id="rId7"/>
    <p:sldMasterId id="2147483666" r:id="rId8"/>
    <p:sldMasterId id="2147483668" r:id="rId9"/>
    <p:sldMasterId id="2147483672" r:id="rId10"/>
    <p:sldMasterId id="2147483674" r:id="rId11"/>
    <p:sldMasterId id="2147483676" r:id="rId12"/>
    <p:sldMasterId id="2147483678" r:id="rId13"/>
    <p:sldMasterId id="2147483680" r:id="rId14"/>
    <p:sldMasterId id="2147483682" r:id="rId15"/>
    <p:sldMasterId id="2147483686" r:id="rId16"/>
    <p:sldMasterId id="2147483688" r:id="rId17"/>
    <p:sldMasterId id="2147483690" r:id="rId18"/>
    <p:sldMasterId id="2147483692" r:id="rId19"/>
    <p:sldMasterId id="2147483694" r:id="rId20"/>
    <p:sldMasterId id="2147483696" r:id="rId21"/>
    <p:sldMasterId id="2147483698" r:id="rId22"/>
    <p:sldMasterId id="2147483702" r:id="rId23"/>
    <p:sldMasterId id="2147483704" r:id="rId24"/>
    <p:sldMasterId id="2147483706" r:id="rId25"/>
    <p:sldMasterId id="2147483709" r:id="rId26"/>
  </p:sldMasterIdLst>
  <p:sldIdLst>
    <p:sldId id="256" r:id="rId27"/>
    <p:sldId id="259" r:id="rId28"/>
    <p:sldId id="260" r:id="rId29"/>
    <p:sldId id="264" r:id="rId30"/>
    <p:sldId id="267" r:id="rId31"/>
    <p:sldId id="266" r:id="rId32"/>
    <p:sldId id="268" r:id="rId3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02050A"/>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658" y="-72"/>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 Type="http://schemas.openxmlformats.org/officeDocument/2006/relationships/slideMaster" Target="slideMasters/slideMaster3.xml"/><Relationship Id="rId21" Type="http://schemas.openxmlformats.org/officeDocument/2006/relationships/slideMaster" Target="slideMasters/slideMaster21.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6.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2.xml"/><Relationship Id="rId36"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1.xml"/><Relationship Id="rId30" Type="http://schemas.openxmlformats.org/officeDocument/2006/relationships/slide" Target="slides/slide4.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7" name="PlaceHolder 1"/>
          <p:cNvSpPr>
            <a:spLocks noGrp="1"/>
          </p:cNvSpPr>
          <p:nvPr>
            <p:ph type="title"/>
          </p:nvPr>
        </p:nvSpPr>
        <p:spPr>
          <a:xfrm>
            <a:off x="1138320" y="808560"/>
            <a:ext cx="4016520" cy="932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8"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_2_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40" name="PlaceHolder 1"/>
          <p:cNvSpPr>
            <a:spLocks noGrp="1"/>
          </p:cNvSpPr>
          <p:nvPr>
            <p:ph type="title"/>
          </p:nvPr>
        </p:nvSpPr>
        <p:spPr>
          <a:xfrm>
            <a:off x="1138320" y="808560"/>
            <a:ext cx="4016520" cy="932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41"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148" name="PlaceHolder 1"/>
          <p:cNvSpPr>
            <a:spLocks noGrp="1"/>
          </p:cNvSpPr>
          <p:nvPr>
            <p:ph type="title"/>
          </p:nvPr>
        </p:nvSpPr>
        <p:spPr>
          <a:xfrm>
            <a:off x="1138320" y="808560"/>
            <a:ext cx="4016520" cy="932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49"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150"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157" name="PlaceHolder 1"/>
          <p:cNvSpPr>
            <a:spLocks noGrp="1"/>
          </p:cNvSpPr>
          <p:nvPr>
            <p:ph type="title"/>
          </p:nvPr>
        </p:nvSpPr>
        <p:spPr>
          <a:xfrm>
            <a:off x="1138320" y="808560"/>
            <a:ext cx="4016520" cy="932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30F65A9-68E5-4684-9518-A132B9F31472}"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0F65A9-68E5-4684-9518-A132B9F31472}"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0F65A9-68E5-4684-9518-A132B9F31472}"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900115"/>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30F65A9-68E5-4684-9518-A132B9F31472}"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30F65A9-68E5-4684-9518-A132B9F31472}" type="datetimeFigureOut">
              <a:rPr lang="en-US" smtClean="0"/>
              <a:pPr/>
              <a:t>3/13/2025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30F65A9-68E5-4684-9518-A132B9F31472}" type="datetimeFigureOut">
              <a:rPr lang="en-US" smtClean="0"/>
              <a:pPr/>
              <a:t>3/13/2025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0F65A9-68E5-4684-9518-A132B9F31472}" type="datetimeFigureOut">
              <a:rPr lang="en-US" smtClean="0"/>
              <a:pPr/>
              <a:t>3/13/2025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0F65A9-68E5-4684-9518-A132B9F31472}"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0F65A9-68E5-4684-9518-A132B9F31472}"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0F65A9-68E5-4684-9518-A132B9F31472}"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3"/>
            <a:ext cx="2057400" cy="32908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54783"/>
            <a:ext cx="6019800" cy="32908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0F65A9-68E5-4684-9518-A132B9F31472}"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72F3-8E94-4B8B-8542-64967F2378E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8.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9.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0.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1.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2.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3.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4.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5.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6.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7.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8.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9.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0.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1.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2.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3.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4.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5.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6.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6.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 name="Google Shape;79;p11"/>
          <p:cNvSpPr/>
          <p:nvPr/>
        </p:nvSpPr>
        <p:spPr>
          <a:xfrm>
            <a:off x="416160" y="453960"/>
            <a:ext cx="8341560" cy="42354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0" name="Google Shape;80;p11"/>
          <p:cNvGrpSpPr/>
          <p:nvPr/>
        </p:nvGrpSpPr>
        <p:grpSpPr>
          <a:xfrm>
            <a:off x="8567640" y="453960"/>
            <a:ext cx="190080" cy="4235400"/>
            <a:chOff x="8567640" y="453960"/>
            <a:chExt cx="190080" cy="4235400"/>
          </a:xfrm>
        </p:grpSpPr>
        <p:sp>
          <p:nvSpPr>
            <p:cNvPr id="11" name="Google Shape;81;p11"/>
            <p:cNvSpPr/>
            <p:nvPr/>
          </p:nvSpPr>
          <p:spPr>
            <a:xfrm>
              <a:off x="8567640" y="453960"/>
              <a:ext cx="190080" cy="25495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 name="Google Shape;82;p11"/>
            <p:cNvSpPr/>
            <p:nvPr/>
          </p:nvSpPr>
          <p:spPr>
            <a:xfrm>
              <a:off x="8567640" y="3945240"/>
              <a:ext cx="190080" cy="7441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 name="Google Shape;83;p11"/>
            <p:cNvSpPr/>
            <p:nvPr/>
          </p:nvSpPr>
          <p:spPr>
            <a:xfrm>
              <a:off x="8567640" y="3003840"/>
              <a:ext cx="190080" cy="9410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
        <p:nvSpPr>
          <p:cNvPr id="14" name="PlaceHolder 1"/>
          <p:cNvSpPr>
            <a:spLocks noGrp="1"/>
          </p:cNvSpPr>
          <p:nvPr>
            <p:ph type="title"/>
          </p:nvPr>
        </p:nvSpPr>
        <p:spPr>
          <a:xfrm>
            <a:off x="1094040" y="725040"/>
            <a:ext cx="6575760" cy="1055160"/>
          </a:xfrm>
          <a:prstGeom prst="rect">
            <a:avLst/>
          </a:prstGeom>
          <a:noFill/>
          <a:ln w="0">
            <a:noFill/>
          </a:ln>
        </p:spPr>
        <p:txBody>
          <a:bodyPr lIns="91440" tIns="91440" rIns="91440" bIns="91440" anchor="b">
            <a:noAutofit/>
          </a:bodyPr>
          <a:lstStyle/>
          <a:p>
            <a:pPr indent="0">
              <a:lnSpc>
                <a:spcPct val="100000"/>
              </a:lnSpc>
              <a:buNone/>
            </a:pPr>
            <a:r>
              <a:rPr lang="fr-FR" sz="6000" b="0" strike="noStrike" spc="-1">
                <a:solidFill>
                  <a:schemeClr val="dk1"/>
                </a:solidFill>
                <a:latin typeface="Tiro Kannada"/>
                <a:ea typeface="Tiro Kannada"/>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708" r:id="rId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 name="Google Shape;88;p13"/>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6" name="Google Shape;89;p13"/>
          <p:cNvGrpSpPr/>
          <p:nvPr/>
        </p:nvGrpSpPr>
        <p:grpSpPr>
          <a:xfrm>
            <a:off x="8655480" y="232560"/>
            <a:ext cx="190080" cy="4677840"/>
            <a:chOff x="8655480" y="232560"/>
            <a:chExt cx="190080" cy="4677840"/>
          </a:xfrm>
        </p:grpSpPr>
        <p:sp>
          <p:nvSpPr>
            <p:cNvPr id="17" name="Google Shape;90;p13"/>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8" name="Google Shape;91;p13"/>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9" name="Google Shape;92;p13"/>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21" name="PlaceHolder 2"/>
          <p:cNvSpPr>
            <a:spLocks noGrp="1"/>
          </p:cNvSpPr>
          <p:nvPr>
            <p:ph type="title"/>
          </p:nvPr>
        </p:nvSpPr>
        <p:spPr>
          <a:xfrm>
            <a:off x="720000" y="1349640"/>
            <a:ext cx="617760" cy="447120"/>
          </a:xfrm>
          <a:prstGeom prst="rect">
            <a:avLst/>
          </a:prstGeom>
          <a:noFill/>
          <a:ln w="0">
            <a:noFill/>
          </a:ln>
        </p:spPr>
        <p:txBody>
          <a:bodyPr lIns="91440" tIns="91440" rIns="91440" bIns="91440" anchor="b">
            <a:noAutofit/>
          </a:bodyPr>
          <a:lstStyle/>
          <a:p>
            <a:pPr indent="0">
              <a:lnSpc>
                <a:spcPct val="100000"/>
              </a:lnSpc>
              <a:buNone/>
            </a:pPr>
            <a:r>
              <a:rPr lang="fr-FR" sz="2500" b="0" strike="noStrike" spc="-1">
                <a:solidFill>
                  <a:schemeClr val="dk1"/>
                </a:solidFill>
                <a:latin typeface="Tiro Kannada"/>
                <a:ea typeface="Tiro Kannada"/>
              </a:rPr>
              <a:t>xx%</a:t>
            </a:r>
            <a:endParaRPr lang="fr-FR" sz="2500" b="0" strike="noStrike" spc="-1">
              <a:solidFill>
                <a:schemeClr val="dk1"/>
              </a:solidFill>
              <a:latin typeface="Arial"/>
            </a:endParaRPr>
          </a:p>
        </p:txBody>
      </p:sp>
      <p:sp>
        <p:nvSpPr>
          <p:cNvPr id="22" name="PlaceHolder 3"/>
          <p:cNvSpPr>
            <a:spLocks noGrp="1"/>
          </p:cNvSpPr>
          <p:nvPr>
            <p:ph type="title"/>
          </p:nvPr>
        </p:nvSpPr>
        <p:spPr>
          <a:xfrm>
            <a:off x="4457520" y="1349640"/>
            <a:ext cx="617760" cy="447120"/>
          </a:xfrm>
          <a:prstGeom prst="rect">
            <a:avLst/>
          </a:prstGeom>
          <a:noFill/>
          <a:ln w="0">
            <a:noFill/>
          </a:ln>
        </p:spPr>
        <p:txBody>
          <a:bodyPr lIns="91440" tIns="91440" rIns="91440" bIns="91440" anchor="b">
            <a:noAutofit/>
          </a:bodyPr>
          <a:lstStyle/>
          <a:p>
            <a:pPr indent="0">
              <a:lnSpc>
                <a:spcPct val="100000"/>
              </a:lnSpc>
              <a:buNone/>
            </a:pPr>
            <a:r>
              <a:rPr lang="fr-FR" sz="2500" b="0" strike="noStrike" spc="-1">
                <a:solidFill>
                  <a:schemeClr val="dk1"/>
                </a:solidFill>
                <a:latin typeface="Tiro Kannada"/>
                <a:ea typeface="Tiro Kannada"/>
              </a:rPr>
              <a:t>xx%</a:t>
            </a:r>
            <a:endParaRPr lang="fr-FR" sz="2500" b="0" strike="noStrike" spc="-1">
              <a:solidFill>
                <a:schemeClr val="dk1"/>
              </a:solidFill>
              <a:latin typeface="Arial"/>
            </a:endParaRPr>
          </a:p>
        </p:txBody>
      </p:sp>
      <p:sp>
        <p:nvSpPr>
          <p:cNvPr id="23" name="PlaceHolder 4"/>
          <p:cNvSpPr>
            <a:spLocks noGrp="1"/>
          </p:cNvSpPr>
          <p:nvPr>
            <p:ph type="title"/>
          </p:nvPr>
        </p:nvSpPr>
        <p:spPr>
          <a:xfrm>
            <a:off x="720000" y="2426760"/>
            <a:ext cx="617760" cy="447120"/>
          </a:xfrm>
          <a:prstGeom prst="rect">
            <a:avLst/>
          </a:prstGeom>
          <a:noFill/>
          <a:ln w="0">
            <a:noFill/>
          </a:ln>
        </p:spPr>
        <p:txBody>
          <a:bodyPr lIns="91440" tIns="91440" rIns="91440" bIns="91440" anchor="b">
            <a:noAutofit/>
          </a:bodyPr>
          <a:lstStyle/>
          <a:p>
            <a:pPr indent="0">
              <a:lnSpc>
                <a:spcPct val="100000"/>
              </a:lnSpc>
              <a:buNone/>
            </a:pPr>
            <a:r>
              <a:rPr lang="fr-FR" sz="2500" b="0" strike="noStrike" spc="-1">
                <a:solidFill>
                  <a:schemeClr val="dk1"/>
                </a:solidFill>
                <a:latin typeface="Tiro Kannada"/>
                <a:ea typeface="Tiro Kannada"/>
              </a:rPr>
              <a:t>xx%</a:t>
            </a:r>
            <a:endParaRPr lang="fr-FR" sz="2500" b="0" strike="noStrike" spc="-1">
              <a:solidFill>
                <a:schemeClr val="dk1"/>
              </a:solidFill>
              <a:latin typeface="Arial"/>
            </a:endParaRPr>
          </a:p>
        </p:txBody>
      </p:sp>
      <p:sp>
        <p:nvSpPr>
          <p:cNvPr id="24" name="PlaceHolder 5"/>
          <p:cNvSpPr>
            <a:spLocks noGrp="1"/>
          </p:cNvSpPr>
          <p:nvPr>
            <p:ph type="title"/>
          </p:nvPr>
        </p:nvSpPr>
        <p:spPr>
          <a:xfrm>
            <a:off x="4457520" y="2426760"/>
            <a:ext cx="617760" cy="447120"/>
          </a:xfrm>
          <a:prstGeom prst="rect">
            <a:avLst/>
          </a:prstGeom>
          <a:noFill/>
          <a:ln w="0">
            <a:noFill/>
          </a:ln>
        </p:spPr>
        <p:txBody>
          <a:bodyPr lIns="91440" tIns="91440" rIns="91440" bIns="91440" anchor="b">
            <a:noAutofit/>
          </a:bodyPr>
          <a:lstStyle/>
          <a:p>
            <a:pPr indent="0">
              <a:lnSpc>
                <a:spcPct val="100000"/>
              </a:lnSpc>
              <a:buNone/>
            </a:pPr>
            <a:r>
              <a:rPr lang="fr-FR" sz="2500" b="0" strike="noStrike" spc="-1">
                <a:solidFill>
                  <a:schemeClr val="dk1"/>
                </a:solidFill>
                <a:latin typeface="Tiro Kannada"/>
                <a:ea typeface="Tiro Kannada"/>
              </a:rPr>
              <a:t>xx%</a:t>
            </a:r>
            <a:endParaRPr lang="fr-FR" sz="2500" b="0" strike="noStrike" spc="-1">
              <a:solidFill>
                <a:schemeClr val="dk1"/>
              </a:solidFill>
              <a:latin typeface="Arial"/>
            </a:endParaRPr>
          </a:p>
        </p:txBody>
      </p:sp>
      <p:sp>
        <p:nvSpPr>
          <p:cNvPr id="25" name="PlaceHolder 6"/>
          <p:cNvSpPr>
            <a:spLocks noGrp="1"/>
          </p:cNvSpPr>
          <p:nvPr>
            <p:ph type="title"/>
          </p:nvPr>
        </p:nvSpPr>
        <p:spPr>
          <a:xfrm>
            <a:off x="720000" y="3503520"/>
            <a:ext cx="617760" cy="447120"/>
          </a:xfrm>
          <a:prstGeom prst="rect">
            <a:avLst/>
          </a:prstGeom>
          <a:noFill/>
          <a:ln w="0">
            <a:noFill/>
          </a:ln>
        </p:spPr>
        <p:txBody>
          <a:bodyPr lIns="91440" tIns="91440" rIns="91440" bIns="91440" anchor="b">
            <a:noAutofit/>
          </a:bodyPr>
          <a:lstStyle/>
          <a:p>
            <a:pPr indent="0">
              <a:lnSpc>
                <a:spcPct val="100000"/>
              </a:lnSpc>
              <a:buNone/>
            </a:pPr>
            <a:r>
              <a:rPr lang="fr-FR" sz="2500" b="0" strike="noStrike" spc="-1">
                <a:solidFill>
                  <a:schemeClr val="dk1"/>
                </a:solidFill>
                <a:latin typeface="Tiro Kannada"/>
                <a:ea typeface="Tiro Kannada"/>
              </a:rPr>
              <a:t>xx%</a:t>
            </a:r>
            <a:endParaRPr lang="fr-FR" sz="2500" b="0" strike="noStrike" spc="-1">
              <a:solidFill>
                <a:schemeClr val="dk1"/>
              </a:solidFill>
              <a:latin typeface="Arial"/>
            </a:endParaRPr>
          </a:p>
        </p:txBody>
      </p:sp>
      <p:sp>
        <p:nvSpPr>
          <p:cNvPr id="26" name="PlaceHolder 7"/>
          <p:cNvSpPr>
            <a:spLocks noGrp="1"/>
          </p:cNvSpPr>
          <p:nvPr>
            <p:ph type="title"/>
          </p:nvPr>
        </p:nvSpPr>
        <p:spPr>
          <a:xfrm>
            <a:off x="4481280" y="3503520"/>
            <a:ext cx="617760" cy="447120"/>
          </a:xfrm>
          <a:prstGeom prst="rect">
            <a:avLst/>
          </a:prstGeom>
          <a:noFill/>
          <a:ln w="0">
            <a:noFill/>
          </a:ln>
        </p:spPr>
        <p:txBody>
          <a:bodyPr lIns="91440" tIns="91440" rIns="91440" bIns="91440" anchor="b">
            <a:noAutofit/>
          </a:bodyPr>
          <a:lstStyle/>
          <a:p>
            <a:pPr indent="0">
              <a:lnSpc>
                <a:spcPct val="100000"/>
              </a:lnSpc>
              <a:buNone/>
            </a:pPr>
            <a:r>
              <a:rPr lang="fr-FR" sz="2500" b="0" strike="noStrike" spc="-1">
                <a:solidFill>
                  <a:schemeClr val="dk1"/>
                </a:solidFill>
                <a:latin typeface="Tiro Kannada"/>
                <a:ea typeface="Tiro Kannada"/>
              </a:rPr>
              <a:t>xx%</a:t>
            </a:r>
            <a:endParaRPr lang="fr-FR" sz="25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7" name="Google Shape;113;p14"/>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28" name="Google Shape;114;p14"/>
          <p:cNvGrpSpPr/>
          <p:nvPr/>
        </p:nvGrpSpPr>
        <p:grpSpPr>
          <a:xfrm>
            <a:off x="8655480" y="232560"/>
            <a:ext cx="190080" cy="4677840"/>
            <a:chOff x="8655480" y="232560"/>
            <a:chExt cx="190080" cy="4677840"/>
          </a:xfrm>
        </p:grpSpPr>
        <p:sp>
          <p:nvSpPr>
            <p:cNvPr id="29" name="Google Shape;115;p14"/>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0" name="Google Shape;116;p14"/>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31" name="Google Shape;117;p14"/>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3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3" name="Google Shape;120;p15"/>
          <p:cNvSpPr/>
          <p:nvPr/>
        </p:nvSpPr>
        <p:spPr>
          <a:xfrm>
            <a:off x="416160" y="453960"/>
            <a:ext cx="8341560" cy="42354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34" name="Google Shape;121;p15"/>
          <p:cNvGrpSpPr/>
          <p:nvPr/>
        </p:nvGrpSpPr>
        <p:grpSpPr>
          <a:xfrm>
            <a:off x="8567640" y="453960"/>
            <a:ext cx="190080" cy="4235400"/>
            <a:chOff x="8567640" y="453960"/>
            <a:chExt cx="190080" cy="4235400"/>
          </a:xfrm>
        </p:grpSpPr>
        <p:sp>
          <p:nvSpPr>
            <p:cNvPr id="35" name="Google Shape;122;p15"/>
            <p:cNvSpPr/>
            <p:nvPr/>
          </p:nvSpPr>
          <p:spPr>
            <a:xfrm>
              <a:off x="8567640" y="453960"/>
              <a:ext cx="190080" cy="25495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6" name="Google Shape;123;p15"/>
            <p:cNvSpPr/>
            <p:nvPr/>
          </p:nvSpPr>
          <p:spPr>
            <a:xfrm>
              <a:off x="8567640" y="3945240"/>
              <a:ext cx="190080" cy="7441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37" name="Google Shape;124;p15"/>
            <p:cNvSpPr/>
            <p:nvPr/>
          </p:nvSpPr>
          <p:spPr>
            <a:xfrm>
              <a:off x="8567640" y="3003840"/>
              <a:ext cx="190080" cy="9410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
        <p:nvSpPr>
          <p:cNvPr id="38" name="PlaceHolder 1"/>
          <p:cNvSpPr>
            <a:spLocks noGrp="1"/>
          </p:cNvSpPr>
          <p:nvPr>
            <p:ph type="title"/>
          </p:nvPr>
        </p:nvSpPr>
        <p:spPr>
          <a:xfrm>
            <a:off x="1166400" y="2854440"/>
            <a:ext cx="3868200" cy="531720"/>
          </a:xfrm>
          <a:prstGeom prst="rect">
            <a:avLst/>
          </a:prstGeom>
          <a:noFill/>
          <a:ln w="0">
            <a:noFill/>
          </a:ln>
        </p:spPr>
        <p:txBody>
          <a:bodyPr lIns="91440" tIns="91440" rIns="91440" bIns="91440" anchor="b">
            <a:noAutofit/>
          </a:bodyPr>
          <a:lstStyle/>
          <a:p>
            <a:pPr indent="0">
              <a:buNone/>
            </a:pPr>
            <a:r>
              <a:rPr lang="fr-FR" sz="28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6" name="Google Shape;137;p17"/>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47" name="Google Shape;138;p17"/>
          <p:cNvGrpSpPr/>
          <p:nvPr/>
        </p:nvGrpSpPr>
        <p:grpSpPr>
          <a:xfrm>
            <a:off x="8655480" y="232560"/>
            <a:ext cx="190080" cy="4677840"/>
            <a:chOff x="8655480" y="232560"/>
            <a:chExt cx="190080" cy="4677840"/>
          </a:xfrm>
        </p:grpSpPr>
        <p:sp>
          <p:nvSpPr>
            <p:cNvPr id="48" name="Google Shape;139;p17"/>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49" name="Google Shape;140;p17"/>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0" name="Google Shape;141;p17"/>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51" name="PlaceHolder 1"/>
          <p:cNvSpPr>
            <a:spLocks noGrp="1"/>
          </p:cNvSpPr>
          <p:nvPr>
            <p:ph type="title"/>
          </p:nvPr>
        </p:nvSpPr>
        <p:spPr>
          <a:xfrm>
            <a:off x="1188000" y="1417680"/>
            <a:ext cx="2854080" cy="119916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3" r:id="rId1"/>
  </p:sldLayoutIdLst>
  <p:txStyles>
    <p:titleStyle/>
    <p:bodyStyle/>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2" name="Google Shape;145;p18"/>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53" name="Google Shape;146;p18"/>
          <p:cNvGrpSpPr/>
          <p:nvPr/>
        </p:nvGrpSpPr>
        <p:grpSpPr>
          <a:xfrm>
            <a:off x="8655480" y="232560"/>
            <a:ext cx="190080" cy="4677840"/>
            <a:chOff x="8655480" y="232560"/>
            <a:chExt cx="190080" cy="4677840"/>
          </a:xfrm>
        </p:grpSpPr>
        <p:sp>
          <p:nvSpPr>
            <p:cNvPr id="54" name="Google Shape;147;p18"/>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55" name="Google Shape;148;p18"/>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6" name="Google Shape;149;p18"/>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57" name="PlaceHolder 1"/>
          <p:cNvSpPr>
            <a:spLocks noGrp="1"/>
          </p:cNvSpPr>
          <p:nvPr>
            <p:ph type="title"/>
          </p:nvPr>
        </p:nvSpPr>
        <p:spPr>
          <a:xfrm>
            <a:off x="4752360" y="1472040"/>
            <a:ext cx="2630160" cy="122904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p:bodyStyle/>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8" name="Google Shape;153;p19"/>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59" name="Google Shape;154;p19"/>
          <p:cNvGrpSpPr/>
          <p:nvPr/>
        </p:nvGrpSpPr>
        <p:grpSpPr>
          <a:xfrm>
            <a:off x="8655480" y="232560"/>
            <a:ext cx="190080" cy="4677840"/>
            <a:chOff x="8655480" y="232560"/>
            <a:chExt cx="190080" cy="4677840"/>
          </a:xfrm>
        </p:grpSpPr>
        <p:sp>
          <p:nvSpPr>
            <p:cNvPr id="60" name="Google Shape;155;p19"/>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1" name="Google Shape;156;p19"/>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2" name="Google Shape;157;p19"/>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63" name="PlaceHolder 1"/>
          <p:cNvSpPr>
            <a:spLocks noGrp="1"/>
          </p:cNvSpPr>
          <p:nvPr>
            <p:ph type="title"/>
          </p:nvPr>
        </p:nvSpPr>
        <p:spPr>
          <a:xfrm>
            <a:off x="2021760" y="1344240"/>
            <a:ext cx="2513880" cy="129888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p:bodyStyle/>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4" name="Google Shape;161;p20"/>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65" name="Google Shape;162;p20"/>
          <p:cNvGrpSpPr/>
          <p:nvPr/>
        </p:nvGrpSpPr>
        <p:grpSpPr>
          <a:xfrm>
            <a:off x="8655480" y="232560"/>
            <a:ext cx="190080" cy="4677840"/>
            <a:chOff x="8655480" y="232560"/>
            <a:chExt cx="190080" cy="4677840"/>
          </a:xfrm>
        </p:grpSpPr>
        <p:sp>
          <p:nvSpPr>
            <p:cNvPr id="66" name="Google Shape;163;p20"/>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67" name="Google Shape;164;p20"/>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8" name="Google Shape;165;p20"/>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6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9" r:id="rId1"/>
  </p:sldLayoutIdLst>
  <p:txStyles>
    <p:titleStyle/>
    <p:bodyStyle/>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8" name="Google Shape;170;p21"/>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79" name="Google Shape;171;p21"/>
          <p:cNvGrpSpPr/>
          <p:nvPr/>
        </p:nvGrpSpPr>
        <p:grpSpPr>
          <a:xfrm>
            <a:off x="8655480" y="232560"/>
            <a:ext cx="190080" cy="4677840"/>
            <a:chOff x="8655480" y="232560"/>
            <a:chExt cx="190080" cy="4677840"/>
          </a:xfrm>
        </p:grpSpPr>
        <p:sp>
          <p:nvSpPr>
            <p:cNvPr id="80" name="Google Shape;172;p21"/>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1" name="Google Shape;173;p21"/>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2" name="Google Shape;174;p21"/>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8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3" r:id="rId1"/>
  </p:sldLayoutIdLst>
  <p:txStyles>
    <p:titleStyle/>
    <p:bodyStyle/>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4" name="Google Shape;181;p22"/>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85" name="Google Shape;182;p22"/>
          <p:cNvGrpSpPr/>
          <p:nvPr/>
        </p:nvGrpSpPr>
        <p:grpSpPr>
          <a:xfrm>
            <a:off x="8655480" y="232560"/>
            <a:ext cx="190080" cy="4677840"/>
            <a:chOff x="8655480" y="232560"/>
            <a:chExt cx="190080" cy="4677840"/>
          </a:xfrm>
        </p:grpSpPr>
        <p:sp>
          <p:nvSpPr>
            <p:cNvPr id="86" name="Google Shape;183;p22"/>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87" name="Google Shape;184;p22"/>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8" name="Google Shape;185;p22"/>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8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5" r:id="rId1"/>
  </p:sldLayoutIdLst>
  <p:txStyles>
    <p:titleStyle/>
    <p:bodyStyle/>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0" name="Google Shape;190;p23"/>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91" name="Google Shape;191;p23"/>
          <p:cNvGrpSpPr/>
          <p:nvPr/>
        </p:nvGrpSpPr>
        <p:grpSpPr>
          <a:xfrm>
            <a:off x="8655480" y="232560"/>
            <a:ext cx="190080" cy="4677840"/>
            <a:chOff x="8655480" y="232560"/>
            <a:chExt cx="190080" cy="4677840"/>
          </a:xfrm>
        </p:grpSpPr>
        <p:sp>
          <p:nvSpPr>
            <p:cNvPr id="92" name="Google Shape;192;p23"/>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93" name="Google Shape;193;p23"/>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94" name="Google Shape;194;p23"/>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9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7" r:id="rId1"/>
  </p:sldLayoutIdLst>
  <p:txStyles>
    <p:titleStyle/>
    <p:bodyStyle/>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6" name="Google Shape;203;p24"/>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97" name="Google Shape;204;p24"/>
          <p:cNvGrpSpPr/>
          <p:nvPr/>
        </p:nvGrpSpPr>
        <p:grpSpPr>
          <a:xfrm>
            <a:off x="8655480" y="232560"/>
            <a:ext cx="190080" cy="4677840"/>
            <a:chOff x="8655480" y="232560"/>
            <a:chExt cx="190080" cy="4677840"/>
          </a:xfrm>
        </p:grpSpPr>
        <p:sp>
          <p:nvSpPr>
            <p:cNvPr id="98" name="Google Shape;205;p24"/>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99" name="Google Shape;206;p24"/>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00" name="Google Shape;207;p24"/>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10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9" r:id="rId1"/>
  </p:sldLayoutIdLst>
  <p:txStyles>
    <p:titleStyle/>
    <p:bodyStyle/>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2" name="Google Shape;218;p25"/>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03" name="Google Shape;219;p25"/>
          <p:cNvGrpSpPr/>
          <p:nvPr/>
        </p:nvGrpSpPr>
        <p:grpSpPr>
          <a:xfrm>
            <a:off x="8655480" y="232560"/>
            <a:ext cx="190080" cy="4677840"/>
            <a:chOff x="8655480" y="232560"/>
            <a:chExt cx="190080" cy="4677840"/>
          </a:xfrm>
        </p:grpSpPr>
        <p:sp>
          <p:nvSpPr>
            <p:cNvPr id="104" name="Google Shape;220;p25"/>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05" name="Google Shape;221;p25"/>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06" name="Google Shape;222;p25"/>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10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1" r:id="rId1"/>
  </p:sldLayoutIdLst>
  <p:txStyles>
    <p:titleStyle/>
    <p:bodyStyle/>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8" name="Google Shape;237;p26"/>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09" name="Google Shape;238;p26"/>
          <p:cNvGrpSpPr/>
          <p:nvPr/>
        </p:nvGrpSpPr>
        <p:grpSpPr>
          <a:xfrm>
            <a:off x="8655480" y="232560"/>
            <a:ext cx="190080" cy="4677840"/>
            <a:chOff x="8655480" y="232560"/>
            <a:chExt cx="190080" cy="4677840"/>
          </a:xfrm>
        </p:grpSpPr>
        <p:sp>
          <p:nvSpPr>
            <p:cNvPr id="110" name="Google Shape;239;p26"/>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11" name="Google Shape;240;p26"/>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12" name="Google Shape;241;p26"/>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113" name="PlaceHolder 1"/>
          <p:cNvSpPr>
            <a:spLocks noGrp="1"/>
          </p:cNvSpPr>
          <p:nvPr>
            <p:ph type="title"/>
          </p:nvPr>
        </p:nvSpPr>
        <p:spPr>
          <a:xfrm>
            <a:off x="1192680" y="744120"/>
            <a:ext cx="3512160" cy="772920"/>
          </a:xfrm>
          <a:prstGeom prst="rect">
            <a:avLst/>
          </a:prstGeom>
          <a:noFill/>
          <a:ln w="0">
            <a:noFill/>
          </a:ln>
        </p:spPr>
        <p:txBody>
          <a:bodyPr lIns="91440" tIns="91440" rIns="91440" bIns="91440" anchor="b">
            <a:noAutofit/>
          </a:bodyPr>
          <a:lstStyle/>
          <a:p>
            <a:pPr indent="0">
              <a:lnSpc>
                <a:spcPct val="100000"/>
              </a:lnSpc>
              <a:buNone/>
            </a:pPr>
            <a:r>
              <a:rPr lang="fr-FR" sz="4500" b="0" strike="noStrike" spc="-1">
                <a:solidFill>
                  <a:schemeClr val="dk1"/>
                </a:solidFill>
                <a:latin typeface="Tiro Kannada"/>
                <a:ea typeface="Tiro Kannada"/>
              </a:rPr>
              <a:t>xx%</a:t>
            </a:r>
            <a:endParaRPr lang="fr-FR" sz="4500" b="0" strike="noStrike" spc="-1">
              <a:solidFill>
                <a:schemeClr val="dk1"/>
              </a:solidFill>
              <a:latin typeface="Arial"/>
            </a:endParaRPr>
          </a:p>
        </p:txBody>
      </p:sp>
      <p:sp>
        <p:nvSpPr>
          <p:cNvPr id="114" name="PlaceHolder 2"/>
          <p:cNvSpPr>
            <a:spLocks noGrp="1"/>
          </p:cNvSpPr>
          <p:nvPr>
            <p:ph type="title"/>
          </p:nvPr>
        </p:nvSpPr>
        <p:spPr>
          <a:xfrm>
            <a:off x="1192680" y="2041920"/>
            <a:ext cx="3512160" cy="768600"/>
          </a:xfrm>
          <a:prstGeom prst="rect">
            <a:avLst/>
          </a:prstGeom>
          <a:noFill/>
          <a:ln w="0">
            <a:noFill/>
          </a:ln>
        </p:spPr>
        <p:txBody>
          <a:bodyPr lIns="91440" tIns="91440" rIns="91440" bIns="91440" anchor="b">
            <a:noAutofit/>
          </a:bodyPr>
          <a:lstStyle/>
          <a:p>
            <a:pPr indent="0">
              <a:lnSpc>
                <a:spcPct val="100000"/>
              </a:lnSpc>
              <a:buNone/>
            </a:pPr>
            <a:r>
              <a:rPr lang="fr-FR" sz="4500" b="0" strike="noStrike" spc="-1">
                <a:solidFill>
                  <a:schemeClr val="dk1"/>
                </a:solidFill>
                <a:latin typeface="Tiro Kannada"/>
                <a:ea typeface="Tiro Kannada"/>
              </a:rPr>
              <a:t>xx%</a:t>
            </a:r>
            <a:endParaRPr lang="fr-FR" sz="4500" b="0" strike="noStrike" spc="-1">
              <a:solidFill>
                <a:schemeClr val="dk1"/>
              </a:solidFill>
              <a:latin typeface="Arial"/>
            </a:endParaRPr>
          </a:p>
        </p:txBody>
      </p:sp>
      <p:sp>
        <p:nvSpPr>
          <p:cNvPr id="115" name="PlaceHolder 3"/>
          <p:cNvSpPr>
            <a:spLocks noGrp="1"/>
          </p:cNvSpPr>
          <p:nvPr>
            <p:ph type="title"/>
          </p:nvPr>
        </p:nvSpPr>
        <p:spPr>
          <a:xfrm>
            <a:off x="1192680" y="3339720"/>
            <a:ext cx="3512160" cy="768600"/>
          </a:xfrm>
          <a:prstGeom prst="rect">
            <a:avLst/>
          </a:prstGeom>
          <a:noFill/>
          <a:ln w="0">
            <a:noFill/>
          </a:ln>
        </p:spPr>
        <p:txBody>
          <a:bodyPr lIns="91440" tIns="91440" rIns="91440" bIns="91440" anchor="b">
            <a:noAutofit/>
          </a:bodyPr>
          <a:lstStyle/>
          <a:p>
            <a:pPr indent="0">
              <a:lnSpc>
                <a:spcPct val="100000"/>
              </a:lnSpc>
              <a:buNone/>
            </a:pPr>
            <a:r>
              <a:rPr lang="fr-FR" sz="4500" b="0" strike="noStrike" spc="-1">
                <a:solidFill>
                  <a:schemeClr val="dk1"/>
                </a:solidFill>
                <a:latin typeface="Tiro Kannada"/>
                <a:ea typeface="Tiro Kannada"/>
              </a:rPr>
              <a:t>xx%</a:t>
            </a:r>
            <a:endParaRPr lang="fr-FR" sz="45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83" r:id="rId1"/>
  </p:sldLayoutIdLst>
  <p:txStyles>
    <p:titleStyle/>
    <p:bodyStyle/>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3" name="Google Shape;257;p28"/>
          <p:cNvSpPr/>
          <p:nvPr/>
        </p:nvSpPr>
        <p:spPr>
          <a:xfrm>
            <a:off x="416160" y="453960"/>
            <a:ext cx="8341560" cy="42354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24" name="Google Shape;258;p28"/>
          <p:cNvGrpSpPr/>
          <p:nvPr/>
        </p:nvGrpSpPr>
        <p:grpSpPr>
          <a:xfrm>
            <a:off x="8567640" y="453960"/>
            <a:ext cx="190080" cy="4235400"/>
            <a:chOff x="8567640" y="453960"/>
            <a:chExt cx="190080" cy="4235400"/>
          </a:xfrm>
        </p:grpSpPr>
        <p:sp>
          <p:nvSpPr>
            <p:cNvPr id="125" name="Google Shape;259;p28"/>
            <p:cNvSpPr/>
            <p:nvPr/>
          </p:nvSpPr>
          <p:spPr>
            <a:xfrm>
              <a:off x="8567640" y="453960"/>
              <a:ext cx="190080" cy="25495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6" name="Google Shape;260;p28"/>
            <p:cNvSpPr/>
            <p:nvPr/>
          </p:nvSpPr>
          <p:spPr>
            <a:xfrm>
              <a:off x="8567640" y="3945240"/>
              <a:ext cx="190080" cy="7441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27" name="Google Shape;261;p28"/>
            <p:cNvSpPr/>
            <p:nvPr/>
          </p:nvSpPr>
          <p:spPr>
            <a:xfrm>
              <a:off x="8567640" y="3003840"/>
              <a:ext cx="190080" cy="9410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7" r:id="rId1"/>
  </p:sldLayoutIdLst>
  <p:txStyles>
    <p:titleStyle/>
    <p:bodyStyle/>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8" name="Google Shape;263;p29"/>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29" name="Google Shape;264;p29"/>
          <p:cNvGrpSpPr/>
          <p:nvPr/>
        </p:nvGrpSpPr>
        <p:grpSpPr>
          <a:xfrm>
            <a:off x="8655480" y="232560"/>
            <a:ext cx="190080" cy="4677840"/>
            <a:chOff x="8655480" y="232560"/>
            <a:chExt cx="190080" cy="4677840"/>
          </a:xfrm>
        </p:grpSpPr>
        <p:sp>
          <p:nvSpPr>
            <p:cNvPr id="130" name="Google Shape;265;p29"/>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1" name="Google Shape;266;p29"/>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32" name="Google Shape;267;p29"/>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Tree>
  </p:cSld>
  <p:clrMap bg1="lt1" tx1="dk1" bg2="lt2" tx2="dk2" accent1="accent1" accent2="accent2" accent3="accent3" accent4="accent4" accent5="accent5" accent6="accent6" hlink="hlink" folHlink="folHlink"/>
  <p:sldLayoutIdLst>
    <p:sldLayoutId id="2147483689" r:id="rId1"/>
  </p:sldLayoutIdLst>
  <p:txStyles>
    <p:titleStyle/>
    <p:bodyStyle/>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33" name="Google Shape;26;p4"/>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34" name="Google Shape;27;p4"/>
          <p:cNvGrpSpPr/>
          <p:nvPr/>
        </p:nvGrpSpPr>
        <p:grpSpPr>
          <a:xfrm>
            <a:off x="8655480" y="232560"/>
            <a:ext cx="190080" cy="4677840"/>
            <a:chOff x="8655480" y="232560"/>
            <a:chExt cx="190080" cy="4677840"/>
          </a:xfrm>
        </p:grpSpPr>
        <p:sp>
          <p:nvSpPr>
            <p:cNvPr id="135" name="Google Shape;28;p4"/>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36" name="Google Shape;29;p4"/>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37" name="Google Shape;30;p4"/>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1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
        <p:nvSpPr>
          <p:cNvPr id="139" name="PlaceHolder 2"/>
          <p:cNvSpPr>
            <a:spLocks noGrp="1"/>
          </p:cNvSpPr>
          <p:nvPr>
            <p:ph type="body"/>
          </p:nvPr>
        </p:nvSpPr>
        <p:spPr>
          <a:xfrm>
            <a:off x="720000" y="1368000"/>
            <a:ext cx="7703640" cy="429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1" r:id="rId1"/>
  </p:sldLayoutIdLst>
  <p:txStyles>
    <p:titleStyle/>
    <p:bodyStyle/>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42" name="Google Shape;34;p5"/>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43" name="Google Shape;35;p5"/>
          <p:cNvGrpSpPr/>
          <p:nvPr/>
        </p:nvGrpSpPr>
        <p:grpSpPr>
          <a:xfrm>
            <a:off x="8655480" y="232560"/>
            <a:ext cx="190080" cy="4677840"/>
            <a:chOff x="8655480" y="232560"/>
            <a:chExt cx="190080" cy="4677840"/>
          </a:xfrm>
        </p:grpSpPr>
        <p:sp>
          <p:nvSpPr>
            <p:cNvPr id="144" name="Google Shape;36;p5"/>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45" name="Google Shape;37;p5"/>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46" name="Google Shape;38;p5"/>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14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3" r:id="rId1"/>
  </p:sldLayoutIdLst>
  <p:txStyles>
    <p:titleStyle/>
    <p:bodyStyle/>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1" name="Google Shape;45;p6"/>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52" name="Google Shape;46;p6"/>
          <p:cNvGrpSpPr/>
          <p:nvPr/>
        </p:nvGrpSpPr>
        <p:grpSpPr>
          <a:xfrm>
            <a:off x="8655480" y="232560"/>
            <a:ext cx="190080" cy="4677840"/>
            <a:chOff x="8655480" y="232560"/>
            <a:chExt cx="190080" cy="4677840"/>
          </a:xfrm>
        </p:grpSpPr>
        <p:sp>
          <p:nvSpPr>
            <p:cNvPr id="153" name="Google Shape;47;p6"/>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54" name="Google Shape;48;p6"/>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55" name="Google Shape;49;p6"/>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15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p:bodyStyle/>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8" name="Google Shape;52;p7"/>
          <p:cNvSpPr/>
          <p:nvPr/>
        </p:nvSpPr>
        <p:spPr>
          <a:xfrm>
            <a:off x="248760" y="232560"/>
            <a:ext cx="8597160" cy="46778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59" name="Google Shape;53;p7"/>
          <p:cNvGrpSpPr/>
          <p:nvPr/>
        </p:nvGrpSpPr>
        <p:grpSpPr>
          <a:xfrm>
            <a:off x="8655480" y="232560"/>
            <a:ext cx="190080" cy="4677840"/>
            <a:chOff x="8655480" y="232560"/>
            <a:chExt cx="190080" cy="4677840"/>
          </a:xfrm>
        </p:grpSpPr>
        <p:sp>
          <p:nvSpPr>
            <p:cNvPr id="160" name="Google Shape;54;p7"/>
            <p:cNvSpPr/>
            <p:nvPr/>
          </p:nvSpPr>
          <p:spPr>
            <a:xfrm>
              <a:off x="8655480" y="232560"/>
              <a:ext cx="190080" cy="28159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61" name="Google Shape;55;p7"/>
            <p:cNvSpPr/>
            <p:nvPr/>
          </p:nvSpPr>
          <p:spPr>
            <a:xfrm>
              <a:off x="8655480" y="3049200"/>
              <a:ext cx="190080" cy="10393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162" name="Google Shape;56;p7"/>
            <p:cNvSpPr/>
            <p:nvPr/>
          </p:nvSpPr>
          <p:spPr>
            <a:xfrm>
              <a:off x="8655480" y="4088880"/>
              <a:ext cx="190080" cy="8215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grpSp>
      <p:sp>
        <p:nvSpPr>
          <p:cNvPr id="163" name="PlaceHolder 1"/>
          <p:cNvSpPr>
            <a:spLocks noGrp="1"/>
          </p:cNvSpPr>
          <p:nvPr>
            <p:ph type="title"/>
          </p:nvPr>
        </p:nvSpPr>
        <p:spPr>
          <a:xfrm>
            <a:off x="766800" y="982800"/>
            <a:ext cx="3678480" cy="1150920"/>
          </a:xfrm>
          <a:prstGeom prst="rect">
            <a:avLst/>
          </a:prstGeom>
          <a:noFill/>
          <a:ln w="0">
            <a:noFill/>
          </a:ln>
        </p:spPr>
        <p:txBody>
          <a:bodyPr lIns="91440" tIns="91440" rIns="91440" bIns="91440" anchor="t">
            <a:noAutofit/>
          </a:bodyPr>
          <a:lstStyle/>
          <a:p>
            <a:pPr indent="0">
              <a:buNone/>
            </a:pPr>
            <a:r>
              <a:rPr lang="fr-FR" sz="3300" b="0" strike="noStrike" spc="-1">
                <a:solidFill>
                  <a:schemeClr val="dk1"/>
                </a:solidFill>
                <a:latin typeface="Arial"/>
              </a:rPr>
              <a:t>Click to edit the title text format</a:t>
            </a:r>
          </a:p>
        </p:txBody>
      </p:sp>
      <p:sp>
        <p:nvSpPr>
          <p:cNvPr id="164" name="PlaceHolder 2"/>
          <p:cNvSpPr>
            <a:spLocks noGrp="1"/>
          </p:cNvSpPr>
          <p:nvPr>
            <p:ph type="body"/>
          </p:nvPr>
        </p:nvSpPr>
        <p:spPr>
          <a:xfrm>
            <a:off x="5065200" y="957960"/>
            <a:ext cx="3064680" cy="3227400"/>
          </a:xfrm>
          <a:prstGeom prst="rect">
            <a:avLst/>
          </a:prstGeom>
          <a:noFill/>
          <a:ln w="0">
            <a:noFill/>
          </a:ln>
        </p:spPr>
        <p:txBody>
          <a:bodyPr lIns="90000" tIns="45000" rIns="90000" bIns="45000" anchor="t">
            <a:normAutofit fontScale="43333" lnSpcReduction="1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97" r:id="rId1"/>
  </p:sldLayoutIdLst>
  <p:txStyles>
    <p:titleStyle/>
    <p:bodyStyle/>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65" name="Google Shape;61;p8"/>
          <p:cNvSpPr/>
          <p:nvPr/>
        </p:nvSpPr>
        <p:spPr>
          <a:xfrm>
            <a:off x="416160" y="453960"/>
            <a:ext cx="8341560" cy="42354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nvGrpSpPr>
          <p:cNvPr id="166" name="Google Shape;62;p8"/>
          <p:cNvGrpSpPr/>
          <p:nvPr/>
        </p:nvGrpSpPr>
        <p:grpSpPr>
          <a:xfrm>
            <a:off x="8567640" y="453960"/>
            <a:ext cx="190080" cy="4235400"/>
            <a:chOff x="8567640" y="453960"/>
            <a:chExt cx="190080" cy="4235400"/>
          </a:xfrm>
        </p:grpSpPr>
        <p:sp>
          <p:nvSpPr>
            <p:cNvPr id="167" name="Google Shape;63;p8"/>
            <p:cNvSpPr/>
            <p:nvPr/>
          </p:nvSpPr>
          <p:spPr>
            <a:xfrm>
              <a:off x="8567640" y="453960"/>
              <a:ext cx="190080" cy="254952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68" name="Google Shape;64;p8"/>
            <p:cNvSpPr/>
            <p:nvPr/>
          </p:nvSpPr>
          <p:spPr>
            <a:xfrm>
              <a:off x="8567640" y="3945240"/>
              <a:ext cx="190080" cy="74412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FFFFFF"/>
                </a:solidFill>
                <a:latin typeface="OpenSymbol"/>
              </a:endParaRPr>
            </a:p>
          </p:txBody>
        </p:sp>
        <p:sp>
          <p:nvSpPr>
            <p:cNvPr id="169" name="Google Shape;65;p8"/>
            <p:cNvSpPr/>
            <p:nvPr/>
          </p:nvSpPr>
          <p:spPr>
            <a:xfrm>
              <a:off x="8567640" y="3003840"/>
              <a:ext cx="190080" cy="9410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
        <p:nvSpPr>
          <p:cNvPr id="170" name="PlaceHolder 1"/>
          <p:cNvSpPr>
            <a:spLocks noGrp="1"/>
          </p:cNvSpPr>
          <p:nvPr>
            <p:ph type="title"/>
          </p:nvPr>
        </p:nvSpPr>
        <p:spPr>
          <a:xfrm>
            <a:off x="1131120" y="889200"/>
            <a:ext cx="6528240" cy="1047960"/>
          </a:xfrm>
          <a:prstGeom prst="rect">
            <a:avLst/>
          </a:prstGeom>
          <a:noFill/>
          <a:ln w="0">
            <a:noFill/>
          </a:ln>
        </p:spPr>
        <p:txBody>
          <a:bodyPr lIns="91440" tIns="91440" rIns="91440" bIns="91440" anchor="t">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9" r:id="rId1"/>
  </p:sldLayoutIdLst>
  <p:txStyles>
    <p:titleStyle/>
    <p:bodyStyle/>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78" name="PlaceHolder 1"/>
          <p:cNvSpPr>
            <a:spLocks noGrp="1"/>
          </p:cNvSpPr>
          <p:nvPr>
            <p:ph type="body"/>
          </p:nvPr>
        </p:nvSpPr>
        <p:spPr>
          <a:xfrm>
            <a:off x="-6480" y="-6480"/>
            <a:ext cx="915012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179" name="PlaceHolder 2"/>
          <p:cNvSpPr>
            <a:spLocks noGrp="1"/>
          </p:cNvSpPr>
          <p:nvPr>
            <p:ph type="title"/>
          </p:nvPr>
        </p:nvSpPr>
        <p:spPr>
          <a:xfrm>
            <a:off x="720000" y="4133160"/>
            <a:ext cx="7703640" cy="453600"/>
          </a:xfrm>
          <a:prstGeom prst="rect">
            <a:avLst/>
          </a:prstGeom>
          <a:solidFill>
            <a:schemeClr val="dk2"/>
          </a:solidFill>
          <a:ln w="0">
            <a:noFill/>
          </a:ln>
        </p:spPr>
        <p:txBody>
          <a:bodyPr lIns="91440" tIns="91440" rIns="91440" bIns="91440" anchor="ctr">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3" r:id="rId1"/>
  </p:sldLayoutIdLst>
  <p:txStyles>
    <p:titleStyle/>
    <p:bodyStyle/>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5" r:id="rId1"/>
  </p:sldLayoutIdLst>
  <p:txStyles>
    <p:titleStyle/>
    <p:bodyStyle/>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180"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7" r:id="rId1"/>
  </p:sldLayoutIdLst>
  <p:txStyles>
    <p:titleStyle/>
    <p:bodyStyle/>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30F65A9-68E5-4684-9518-A132B9F31472}" type="datetimeFigureOut">
              <a:rPr lang="en-US" smtClean="0"/>
              <a:pPr/>
              <a:t>3/13/2025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53D72F3-8E94-4B8B-8542-64967F2378E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2"/>
          <p:cNvSpPr>
            <a:spLocks noGrp="1"/>
          </p:cNvSpPr>
          <p:nvPr>
            <p:ph type="subTitle"/>
          </p:nvPr>
        </p:nvSpPr>
        <p:spPr>
          <a:xfrm>
            <a:off x="533400" y="1809750"/>
            <a:ext cx="3380880" cy="533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trike="noStrike" spc="-1" dirty="0" smtClean="0">
                <a:solidFill>
                  <a:srgbClr val="000000"/>
                </a:solidFill>
                <a:latin typeface="OpenSymbol"/>
              </a:rPr>
              <a:t>Introduction</a:t>
            </a:r>
          </a:p>
          <a:p>
            <a:pPr indent="0">
              <a:lnSpc>
                <a:spcPct val="100000"/>
              </a:lnSpc>
              <a:buNone/>
              <a:tabLst>
                <a:tab pos="0" algn="l"/>
              </a:tabLst>
            </a:pPr>
            <a:endParaRPr lang="en-US" sz="1500" b="1" strike="noStrike" spc="-1" dirty="0">
              <a:solidFill>
                <a:srgbClr val="000000"/>
              </a:solidFill>
              <a:latin typeface="OpenSymbol"/>
            </a:endParaRPr>
          </a:p>
        </p:txBody>
      </p:sp>
      <p:sp>
        <p:nvSpPr>
          <p:cNvPr id="181" name="PlaceHolder 1"/>
          <p:cNvSpPr>
            <a:spLocks noGrp="1"/>
          </p:cNvSpPr>
          <p:nvPr>
            <p:ph type="title"/>
          </p:nvPr>
        </p:nvSpPr>
        <p:spPr>
          <a:xfrm>
            <a:off x="1524000" y="438150"/>
            <a:ext cx="6553200" cy="1066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800" b="1" spc="-1" dirty="0" smtClean="0">
                <a:solidFill>
                  <a:srgbClr val="02050A"/>
                </a:solidFill>
                <a:latin typeface="Tiro Kannada"/>
                <a:ea typeface="Tiro Kannada"/>
              </a:rPr>
              <a:t>Designing an </a:t>
            </a:r>
            <a:r>
              <a:rPr lang="en" sz="2800" b="1" strike="noStrike" spc="-1" dirty="0" smtClean="0">
                <a:solidFill>
                  <a:srgbClr val="02050A"/>
                </a:solidFill>
                <a:latin typeface="Tiro Kannada"/>
                <a:ea typeface="Tiro Kannada"/>
              </a:rPr>
              <a:t>Automatic </a:t>
            </a:r>
            <a:r>
              <a:rPr lang="en" sz="2800" b="1" strike="noStrike" spc="-1" dirty="0">
                <a:solidFill>
                  <a:srgbClr val="02050A"/>
                </a:solidFill>
                <a:latin typeface="Tiro Kannada"/>
                <a:ea typeface="Tiro Kannada"/>
              </a:rPr>
              <a:t>Car Parking Toll </a:t>
            </a:r>
            <a:r>
              <a:rPr lang="en" sz="2800" b="1" strike="noStrike" spc="-1" dirty="0" smtClean="0">
                <a:solidFill>
                  <a:srgbClr val="02050A"/>
                </a:solidFill>
                <a:latin typeface="Tiro Kannada"/>
                <a:ea typeface="Tiro Kannada"/>
              </a:rPr>
              <a:t>Gate using Arduino</a:t>
            </a:r>
            <a:endParaRPr lang="fr-FR" sz="2800" b="1" strike="noStrike" spc="-1" dirty="0">
              <a:solidFill>
                <a:srgbClr val="02050A"/>
              </a:solidFill>
              <a:latin typeface="Arial"/>
            </a:endParaRPr>
          </a:p>
        </p:txBody>
      </p:sp>
      <p:sp>
        <p:nvSpPr>
          <p:cNvPr id="5" name="Rectangle 4"/>
          <p:cNvSpPr/>
          <p:nvPr/>
        </p:nvSpPr>
        <p:spPr>
          <a:xfrm>
            <a:off x="533400" y="2343150"/>
            <a:ext cx="4267200" cy="1446550"/>
          </a:xfrm>
          <a:prstGeom prst="rect">
            <a:avLst/>
          </a:prstGeom>
        </p:spPr>
        <p:txBody>
          <a:bodyPr wrap="square">
            <a:spAutoFit/>
          </a:bodyPr>
          <a:lstStyle/>
          <a:p>
            <a:pPr indent="0">
              <a:lnSpc>
                <a:spcPct val="100000"/>
              </a:lnSpc>
              <a:buNone/>
              <a:tabLst>
                <a:tab pos="0" algn="l"/>
              </a:tabLst>
            </a:pPr>
            <a:r>
              <a:rPr lang="en" sz="1100" b="0" strike="noStrike" spc="-1" dirty="0" smtClean="0">
                <a:solidFill>
                  <a:srgbClr val="02050A"/>
                </a:solidFill>
                <a:latin typeface="Figtree"/>
                <a:ea typeface="Figtree"/>
              </a:rPr>
              <a:t>This presentation discusses the design and implementation of an automatic car parking toll gate using Arduino, exploring essential components and system architecture.</a:t>
            </a:r>
          </a:p>
          <a:p>
            <a:pPr indent="0">
              <a:lnSpc>
                <a:spcPct val="100000"/>
              </a:lnSpc>
              <a:buNone/>
              <a:tabLst>
                <a:tab pos="0" algn="l"/>
              </a:tabLst>
            </a:pPr>
            <a:endParaRPr lang="en" sz="1100" spc="-1" dirty="0">
              <a:solidFill>
                <a:srgbClr val="02050A"/>
              </a:solidFill>
              <a:latin typeface="Figtree"/>
            </a:endParaRPr>
          </a:p>
          <a:p>
            <a:pPr indent="0">
              <a:lnSpc>
                <a:spcPct val="100000"/>
              </a:lnSpc>
              <a:buNone/>
              <a:tabLst>
                <a:tab pos="0" algn="l"/>
              </a:tabLst>
            </a:pPr>
            <a:r>
              <a:rPr lang="en" sz="1100" b="0" strike="noStrike" spc="-1" dirty="0" smtClean="0">
                <a:solidFill>
                  <a:srgbClr val="02050A"/>
                </a:solidFill>
                <a:latin typeface="Figtree"/>
              </a:rPr>
              <a:t>The automatic car parking toll gate system eliminates manual work,automating the process of vehicle detection,fee calculation and access control.The system can be scaled for a real-time parking management in public or private parking areas.</a:t>
            </a:r>
            <a:endParaRPr lang="en-US" sz="1100" b="0" strike="noStrike" spc="-1" dirty="0">
              <a:solidFill>
                <a:srgbClr val="02050A"/>
              </a:solidFill>
              <a:latin typeface="OpenSymbol"/>
            </a:endParaRPr>
          </a:p>
        </p:txBody>
      </p:sp>
      <p:pic>
        <p:nvPicPr>
          <p:cNvPr id="24578" name="Picture 2" descr="The Transformative Power of AI in Electronic Toll Collection and Toll Back  Office Management"/>
          <p:cNvPicPr>
            <a:picLocks noChangeAspect="1" noChangeArrowheads="1"/>
          </p:cNvPicPr>
          <p:nvPr/>
        </p:nvPicPr>
        <p:blipFill>
          <a:blip r:embed="rId2" cstate="print"/>
          <a:srcRect/>
          <a:stretch>
            <a:fillRect/>
          </a:stretch>
        </p:blipFill>
        <p:spPr bwMode="auto">
          <a:xfrm>
            <a:off x="5334000" y="2038350"/>
            <a:ext cx="3048000" cy="1799225"/>
          </a:xfrm>
          <a:prstGeom prst="rect">
            <a:avLst/>
          </a:prstGeom>
          <a:noFill/>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idx="4294967295"/>
          </p:nvPr>
        </p:nvSpPr>
        <p:spPr>
          <a:xfrm>
            <a:off x="4876800" y="819150"/>
            <a:ext cx="4267200" cy="1057275"/>
          </a:xfrm>
          <a:prstGeom prst="rect">
            <a:avLst/>
          </a:prstGeom>
          <a:noFill/>
          <a:ln w="0">
            <a:noFill/>
          </a:ln>
        </p:spPr>
        <p:txBody>
          <a:bodyPr lIns="91440" tIns="91440" rIns="91440" bIns="91440" anchor="t">
            <a:normAutofit/>
          </a:bodyPr>
          <a:lstStyle/>
          <a:p>
            <a:pPr indent="0">
              <a:lnSpc>
                <a:spcPct val="100000"/>
              </a:lnSpc>
              <a:buNone/>
              <a:tabLst>
                <a:tab pos="0" algn="l"/>
              </a:tabLst>
            </a:pPr>
            <a:r>
              <a:rPr lang="fr-FR" sz="5000" b="0" strike="noStrike" spc="-1" dirty="0" err="1" smtClean="0">
                <a:solidFill>
                  <a:schemeClr val="dk1"/>
                </a:solidFill>
                <a:latin typeface="Arial"/>
              </a:rPr>
              <a:t>gate</a:t>
            </a:r>
            <a:endParaRPr lang="fr-FR" sz="5000" b="0" strike="noStrike" spc="-1" dirty="0">
              <a:solidFill>
                <a:schemeClr val="dk1"/>
              </a:solidFill>
              <a:latin typeface="Arial"/>
            </a:endParaRPr>
          </a:p>
        </p:txBody>
      </p:sp>
      <p:sp>
        <p:nvSpPr>
          <p:cNvPr id="193" name="PlaceHolder 2"/>
          <p:cNvSpPr>
            <a:spLocks noGrp="1"/>
          </p:cNvSpPr>
          <p:nvPr>
            <p:ph type="subTitle" idx="4294967295"/>
          </p:nvPr>
        </p:nvSpPr>
        <p:spPr>
          <a:xfrm>
            <a:off x="0" y="3028950"/>
            <a:ext cx="4495800" cy="1143000"/>
          </a:xfrm>
          <a:prstGeom prst="rect">
            <a:avLst/>
          </a:prstGeom>
          <a:noFill/>
          <a:ln w="0">
            <a:noFill/>
          </a:ln>
        </p:spPr>
        <p:txBody>
          <a:bodyPr lIns="91440" tIns="91440" rIns="91440" bIns="91440" anchor="t">
            <a:normAutofit fontScale="92695"/>
          </a:bodyPr>
          <a:lstStyle/>
          <a:p>
            <a:pPr indent="0">
              <a:lnSpc>
                <a:spcPct val="100000"/>
              </a:lnSpc>
              <a:buNone/>
              <a:tabLst>
                <a:tab pos="0" algn="l"/>
              </a:tabLst>
            </a:pPr>
            <a:r>
              <a:rPr lang="en-US" sz="1500" b="1" strike="noStrike" spc="-1" dirty="0" smtClean="0">
                <a:solidFill>
                  <a:srgbClr val="000000"/>
                </a:solidFill>
                <a:latin typeface="OpenSymbol"/>
              </a:rPr>
              <a:t>Objectives :</a:t>
            </a:r>
            <a:endParaRPr lang="en-US" sz="1500" b="1" strike="noStrike" spc="-1" dirty="0">
              <a:solidFill>
                <a:srgbClr val="000000"/>
              </a:solidFill>
              <a:latin typeface="OpenSymbol"/>
            </a:endParaRPr>
          </a:p>
        </p:txBody>
      </p:sp>
      <p:sp>
        <p:nvSpPr>
          <p:cNvPr id="6" name="Rectangle 5"/>
          <p:cNvSpPr/>
          <p:nvPr/>
        </p:nvSpPr>
        <p:spPr>
          <a:xfrm>
            <a:off x="304800" y="742950"/>
            <a:ext cx="5317680" cy="646331"/>
          </a:xfrm>
          <a:prstGeom prst="rect">
            <a:avLst/>
          </a:prstGeom>
        </p:spPr>
        <p:txBody>
          <a:bodyPr wrap="square">
            <a:spAutoFit/>
          </a:bodyPr>
          <a:lstStyle/>
          <a:p>
            <a:r>
              <a:rPr lang="en-US" b="1" dirty="0" smtClean="0"/>
              <a:t>System Components</a:t>
            </a:r>
          </a:p>
          <a:p>
            <a:endParaRPr lang="en-US" dirty="0"/>
          </a:p>
        </p:txBody>
      </p:sp>
      <p:sp>
        <p:nvSpPr>
          <p:cNvPr id="8" name="Rectangle 7"/>
          <p:cNvSpPr/>
          <p:nvPr/>
        </p:nvSpPr>
        <p:spPr>
          <a:xfrm>
            <a:off x="304800" y="1200150"/>
            <a:ext cx="2362200" cy="253916"/>
          </a:xfrm>
          <a:prstGeom prst="rect">
            <a:avLst/>
          </a:prstGeom>
        </p:spPr>
        <p:txBody>
          <a:bodyPr wrap="square">
            <a:spAutoFit/>
          </a:bodyPr>
          <a:lstStyle/>
          <a:p>
            <a:r>
              <a:rPr lang="en-US" sz="1050" b="1" dirty="0" smtClean="0"/>
              <a:t>Components required : </a:t>
            </a:r>
            <a:endParaRPr lang="en-US" sz="1050" b="1" dirty="0"/>
          </a:p>
        </p:txBody>
      </p:sp>
      <p:sp>
        <p:nvSpPr>
          <p:cNvPr id="9" name="Rectangle 8"/>
          <p:cNvSpPr/>
          <p:nvPr/>
        </p:nvSpPr>
        <p:spPr>
          <a:xfrm>
            <a:off x="304800" y="1504950"/>
            <a:ext cx="1981200" cy="1269578"/>
          </a:xfrm>
          <a:prstGeom prst="rect">
            <a:avLst/>
          </a:prstGeom>
        </p:spPr>
        <p:txBody>
          <a:bodyPr wrap="square">
            <a:spAutoFit/>
          </a:bodyPr>
          <a:lstStyle/>
          <a:p>
            <a:r>
              <a:rPr lang="en-US" sz="1050" b="1" dirty="0" smtClean="0"/>
              <a:t>.  </a:t>
            </a:r>
            <a:r>
              <a:rPr lang="en-US" sz="1100" dirty="0" err="1" smtClean="0"/>
              <a:t>Arduino</a:t>
            </a:r>
            <a:r>
              <a:rPr lang="en-US" sz="1100" dirty="0" smtClean="0"/>
              <a:t> UNO</a:t>
            </a:r>
          </a:p>
          <a:p>
            <a:r>
              <a:rPr lang="en-US" sz="1100" b="1" dirty="0" smtClean="0"/>
              <a:t>.  </a:t>
            </a:r>
            <a:r>
              <a:rPr lang="en-US" sz="1100" dirty="0" smtClean="0"/>
              <a:t>Jumper Wires</a:t>
            </a:r>
            <a:endParaRPr lang="en-US" sz="1100" b="1" dirty="0" smtClean="0"/>
          </a:p>
          <a:p>
            <a:r>
              <a:rPr lang="en-US" sz="1050" b="1" dirty="0" smtClean="0"/>
              <a:t>.  </a:t>
            </a:r>
            <a:r>
              <a:rPr lang="en-US" sz="1100" dirty="0" smtClean="0"/>
              <a:t>Servo motor</a:t>
            </a:r>
            <a:endParaRPr lang="en-US" sz="1100" b="1" dirty="0" smtClean="0"/>
          </a:p>
          <a:p>
            <a:r>
              <a:rPr lang="en-US" sz="1050" b="1" dirty="0" smtClean="0"/>
              <a:t>.  </a:t>
            </a:r>
            <a:r>
              <a:rPr lang="en-US" sz="1100" dirty="0" smtClean="0"/>
              <a:t>Ultrasonic Sensor</a:t>
            </a:r>
            <a:endParaRPr lang="en-US" sz="1100" b="1" dirty="0" smtClean="0"/>
          </a:p>
          <a:p>
            <a:r>
              <a:rPr lang="en-US" sz="1050" b="1" dirty="0" smtClean="0"/>
              <a:t>.  </a:t>
            </a:r>
            <a:r>
              <a:rPr lang="en-US" sz="1100" dirty="0" smtClean="0"/>
              <a:t>Breadboard</a:t>
            </a:r>
            <a:endParaRPr lang="en-US" sz="1100" b="1" dirty="0" smtClean="0"/>
          </a:p>
          <a:p>
            <a:r>
              <a:rPr lang="en-US" sz="1050" b="1" dirty="0" smtClean="0"/>
              <a:t>.  </a:t>
            </a:r>
            <a:r>
              <a:rPr lang="en-US" sz="1100" dirty="0" smtClean="0"/>
              <a:t>Cardboard rectangle</a:t>
            </a:r>
            <a:endParaRPr lang="en-US" sz="1100" b="1" dirty="0" smtClean="0"/>
          </a:p>
          <a:p>
            <a:endParaRPr lang="en-US" sz="1050" dirty="0"/>
          </a:p>
        </p:txBody>
      </p:sp>
      <p:pic>
        <p:nvPicPr>
          <p:cNvPr id="21512" name="Picture 8" descr="Arduino UNO R3 board with DIP ATmega328P : Amazon.in: Industrial &amp;  Scientific"/>
          <p:cNvPicPr>
            <a:picLocks noChangeAspect="1" noChangeArrowheads="1"/>
          </p:cNvPicPr>
          <p:nvPr/>
        </p:nvPicPr>
        <p:blipFill>
          <a:blip r:embed="rId2" cstate="print"/>
          <a:srcRect/>
          <a:stretch>
            <a:fillRect/>
          </a:stretch>
        </p:blipFill>
        <p:spPr bwMode="auto">
          <a:xfrm>
            <a:off x="3962400" y="895350"/>
            <a:ext cx="1423967" cy="1039605"/>
          </a:xfrm>
          <a:prstGeom prst="rect">
            <a:avLst/>
          </a:prstGeom>
          <a:noFill/>
        </p:spPr>
      </p:pic>
      <p:pic>
        <p:nvPicPr>
          <p:cNvPr id="21514" name="Picture 10" descr="4110-40, 200mm Jumper Wire Breadboard Jumper Wire in Black, Blue, Brown,  Green, Grey, Orange, Purple, Red, White, Yellow"/>
          <p:cNvPicPr>
            <a:picLocks noChangeAspect="1" noChangeArrowheads="1"/>
          </p:cNvPicPr>
          <p:nvPr/>
        </p:nvPicPr>
        <p:blipFill>
          <a:blip r:embed="rId3" cstate="print"/>
          <a:srcRect/>
          <a:stretch>
            <a:fillRect/>
          </a:stretch>
        </p:blipFill>
        <p:spPr bwMode="auto">
          <a:xfrm>
            <a:off x="5562600" y="742950"/>
            <a:ext cx="914400" cy="914400"/>
          </a:xfrm>
          <a:prstGeom prst="rect">
            <a:avLst/>
          </a:prstGeom>
          <a:noFill/>
        </p:spPr>
      </p:pic>
      <p:pic>
        <p:nvPicPr>
          <p:cNvPr id="21516" name="Picture 12" descr="Robodo SG 90 Tower Pro Micro Servo Motor"/>
          <p:cNvPicPr>
            <a:picLocks noChangeAspect="1" noChangeArrowheads="1"/>
          </p:cNvPicPr>
          <p:nvPr/>
        </p:nvPicPr>
        <p:blipFill>
          <a:blip r:embed="rId4" cstate="print"/>
          <a:srcRect/>
          <a:stretch>
            <a:fillRect/>
          </a:stretch>
        </p:blipFill>
        <p:spPr bwMode="auto">
          <a:xfrm>
            <a:off x="6400800" y="742950"/>
            <a:ext cx="1295400" cy="1079990"/>
          </a:xfrm>
          <a:prstGeom prst="rect">
            <a:avLst/>
          </a:prstGeom>
          <a:noFill/>
        </p:spPr>
      </p:pic>
      <p:pic>
        <p:nvPicPr>
          <p:cNvPr id="21520" name="Picture 16" descr="Ultrasonic Sensor Range Finder Module HC-SR04"/>
          <p:cNvPicPr>
            <a:picLocks noChangeAspect="1" noChangeArrowheads="1"/>
          </p:cNvPicPr>
          <p:nvPr/>
        </p:nvPicPr>
        <p:blipFill>
          <a:blip r:embed="rId5" cstate="print"/>
          <a:srcRect/>
          <a:stretch>
            <a:fillRect/>
          </a:stretch>
        </p:blipFill>
        <p:spPr bwMode="auto">
          <a:xfrm>
            <a:off x="5410200" y="1809750"/>
            <a:ext cx="1066800" cy="1066800"/>
          </a:xfrm>
          <a:prstGeom prst="rect">
            <a:avLst/>
          </a:prstGeom>
          <a:noFill/>
        </p:spPr>
      </p:pic>
      <p:pic>
        <p:nvPicPr>
          <p:cNvPr id="21524" name="Picture 20" descr="6 3/4&quot; X 2 9/16&quot; Breadboard - Parallax"/>
          <p:cNvPicPr>
            <a:picLocks noChangeAspect="1" noChangeArrowheads="1"/>
          </p:cNvPicPr>
          <p:nvPr/>
        </p:nvPicPr>
        <p:blipFill>
          <a:blip r:embed="rId6"/>
          <a:srcRect/>
          <a:stretch>
            <a:fillRect/>
          </a:stretch>
        </p:blipFill>
        <p:spPr bwMode="auto">
          <a:xfrm>
            <a:off x="6629400" y="1885950"/>
            <a:ext cx="1219200" cy="1066801"/>
          </a:xfrm>
          <a:prstGeom prst="rect">
            <a:avLst/>
          </a:prstGeom>
          <a:noFill/>
        </p:spPr>
      </p:pic>
      <p:sp>
        <p:nvSpPr>
          <p:cNvPr id="14" name="Rectangle 13"/>
          <p:cNvSpPr/>
          <p:nvPr/>
        </p:nvSpPr>
        <p:spPr>
          <a:xfrm>
            <a:off x="304800" y="3486150"/>
            <a:ext cx="5334000" cy="830997"/>
          </a:xfrm>
          <a:prstGeom prst="rect">
            <a:avLst/>
          </a:prstGeom>
        </p:spPr>
        <p:txBody>
          <a:bodyPr wrap="square">
            <a:spAutoFit/>
          </a:bodyPr>
          <a:lstStyle/>
          <a:p>
            <a:r>
              <a:rPr lang="en-US" sz="1200" b="1" dirty="0" smtClean="0"/>
              <a:t>.  </a:t>
            </a:r>
            <a:r>
              <a:rPr lang="en-US" sz="1200" dirty="0" smtClean="0"/>
              <a:t>To design an automated car parking system that detects a car's entry and exit</a:t>
            </a:r>
          </a:p>
          <a:p>
            <a:r>
              <a:rPr lang="en-US" sz="1200" b="1" dirty="0" smtClean="0"/>
              <a:t>.  </a:t>
            </a:r>
            <a:r>
              <a:rPr lang="en-US" sz="1200" dirty="0" smtClean="0"/>
              <a:t>To control the opening and closing of parking gate using servo motor</a:t>
            </a:r>
            <a:endParaRPr lang="en-US" sz="1200" b="1" dirty="0" smtClean="0"/>
          </a:p>
          <a:p>
            <a:r>
              <a:rPr lang="en-US" sz="1200" b="1" dirty="0" smtClean="0"/>
              <a:t>.  </a:t>
            </a:r>
            <a:r>
              <a:rPr lang="en-US" sz="1200" dirty="0" smtClean="0"/>
              <a:t>To calculate the parking fee based on the time spent in the parking lot</a:t>
            </a:r>
          </a:p>
          <a:p>
            <a:r>
              <a:rPr lang="en-US" sz="1200" b="1" dirty="0" smtClean="0"/>
              <a:t>.  </a:t>
            </a:r>
            <a:r>
              <a:rPr lang="en-US" sz="1200" dirty="0" smtClean="0"/>
              <a:t>To provide a user-friendly display interface for fee calculation and    payment</a:t>
            </a:r>
            <a:endParaRPr lang="en-US" sz="1200" b="1" dirty="0"/>
          </a:p>
        </p:txBody>
      </p:sp>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type="title" idx="4294967295"/>
          </p:nvPr>
        </p:nvSpPr>
        <p:spPr>
          <a:xfrm>
            <a:off x="0" y="2647950"/>
            <a:ext cx="2819400" cy="457201"/>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800" b="1" strike="noStrike" spc="-1" dirty="0">
                <a:solidFill>
                  <a:schemeClr val="dk1"/>
                </a:solidFill>
                <a:latin typeface="Tiro Kannada"/>
                <a:ea typeface="Tiro Kannada"/>
              </a:rPr>
              <a:t>Sensors Required</a:t>
            </a:r>
            <a:endParaRPr lang="fr-FR" sz="1800" b="1" strike="noStrike" spc="-1" dirty="0">
              <a:solidFill>
                <a:schemeClr val="dk1"/>
              </a:solidFill>
              <a:latin typeface="Arial"/>
            </a:endParaRPr>
          </a:p>
        </p:txBody>
      </p:sp>
      <p:sp>
        <p:nvSpPr>
          <p:cNvPr id="196" name="PlaceHolder 2"/>
          <p:cNvSpPr>
            <a:spLocks noGrp="1"/>
          </p:cNvSpPr>
          <p:nvPr>
            <p:ph type="subTitle" idx="4294967295"/>
          </p:nvPr>
        </p:nvSpPr>
        <p:spPr>
          <a:xfrm>
            <a:off x="0" y="3105150"/>
            <a:ext cx="5715000" cy="1066800"/>
          </a:xfrm>
          <a:prstGeom prst="rect">
            <a:avLst/>
          </a:prstGeom>
          <a:noFill/>
          <a:ln w="0">
            <a:noFill/>
          </a:ln>
        </p:spPr>
        <p:txBody>
          <a:bodyPr lIns="91440" tIns="91440" rIns="91440" bIns="91440" anchor="t">
            <a:normAutofit fontScale="92695"/>
          </a:bodyPr>
          <a:lstStyle/>
          <a:p>
            <a:pPr indent="0">
              <a:lnSpc>
                <a:spcPct val="100000"/>
              </a:lnSpc>
              <a:buNone/>
              <a:tabLst>
                <a:tab pos="0" algn="l"/>
              </a:tabLst>
            </a:pPr>
            <a:r>
              <a:rPr lang="en" sz="1200" b="0" strike="noStrike" spc="-1" dirty="0">
                <a:solidFill>
                  <a:schemeClr val="dk1"/>
                </a:solidFill>
                <a:latin typeface="Figtree"/>
                <a:ea typeface="Figtree"/>
              </a:rPr>
              <a:t>For this automated system, essential sensors include Ultrasonic distance sensors for vehicle detection, IR sensors for vehicle counting, and RFID modules for toll collection. These sensors provide accurate data for vehicle management and enhance system efficiency</a:t>
            </a:r>
            <a:r>
              <a:rPr lang="en" sz="1500" b="0" strike="noStrike" spc="-1" dirty="0">
                <a:solidFill>
                  <a:schemeClr val="dk1"/>
                </a:solidFill>
                <a:latin typeface="Figtree"/>
                <a:ea typeface="Figtree"/>
              </a:rPr>
              <a:t>.</a:t>
            </a:r>
            <a:endParaRPr lang="en-US" sz="1500" b="0" strike="noStrike" spc="-1" dirty="0">
              <a:solidFill>
                <a:srgbClr val="000000"/>
              </a:solidFill>
              <a:latin typeface="OpenSymbol"/>
            </a:endParaRPr>
          </a:p>
        </p:txBody>
      </p:sp>
      <p:pic>
        <p:nvPicPr>
          <p:cNvPr id="20482" name="Picture 2" descr="US-100 Ultrasonic Sensor Distance Measuring Module with Temperature  Compensation - Zbotic"/>
          <p:cNvPicPr>
            <a:picLocks noChangeAspect="1" noChangeArrowheads="1"/>
          </p:cNvPicPr>
          <p:nvPr/>
        </p:nvPicPr>
        <p:blipFill>
          <a:blip r:embed="rId2" cstate="print"/>
          <a:srcRect/>
          <a:stretch>
            <a:fillRect/>
          </a:stretch>
        </p:blipFill>
        <p:spPr bwMode="auto">
          <a:xfrm>
            <a:off x="6019800" y="2419350"/>
            <a:ext cx="2346324" cy="2346324"/>
          </a:xfrm>
          <a:prstGeom prst="rect">
            <a:avLst/>
          </a:prstGeom>
          <a:noFill/>
        </p:spPr>
      </p:pic>
      <p:sp>
        <p:nvSpPr>
          <p:cNvPr id="10" name="Rectangle 9"/>
          <p:cNvSpPr/>
          <p:nvPr/>
        </p:nvSpPr>
        <p:spPr>
          <a:xfrm>
            <a:off x="304800" y="819150"/>
            <a:ext cx="3124200" cy="369332"/>
          </a:xfrm>
          <a:prstGeom prst="rect">
            <a:avLst/>
          </a:prstGeom>
        </p:spPr>
        <p:txBody>
          <a:bodyPr wrap="square">
            <a:spAutoFit/>
          </a:bodyPr>
          <a:lstStyle/>
          <a:p>
            <a:r>
              <a:rPr lang="en-US" b="1" dirty="0" err="1" smtClean="0"/>
              <a:t>Arduino</a:t>
            </a:r>
            <a:r>
              <a:rPr lang="en-US" b="1" dirty="0" smtClean="0"/>
              <a:t> Board Types</a:t>
            </a:r>
            <a:endParaRPr lang="en-US" b="1" dirty="0"/>
          </a:p>
        </p:txBody>
      </p:sp>
      <p:sp>
        <p:nvSpPr>
          <p:cNvPr id="11" name="Rectangle 10"/>
          <p:cNvSpPr/>
          <p:nvPr/>
        </p:nvSpPr>
        <p:spPr>
          <a:xfrm>
            <a:off x="228600" y="1428750"/>
            <a:ext cx="4572000" cy="938719"/>
          </a:xfrm>
          <a:prstGeom prst="rect">
            <a:avLst/>
          </a:prstGeom>
        </p:spPr>
        <p:txBody>
          <a:bodyPr>
            <a:spAutoFit/>
          </a:bodyPr>
          <a:lstStyle/>
          <a:p>
            <a:r>
              <a:rPr lang="en" sz="1100" spc="-1" dirty="0" smtClean="0">
                <a:solidFill>
                  <a:schemeClr val="dk1"/>
                </a:solidFill>
                <a:latin typeface="Figtree"/>
                <a:ea typeface="Figtree"/>
              </a:rPr>
              <a:t>There are various Arduino boards available such as Arduino Uno, Mega, and Nano. Arduino Uno is highly recommended for beginners due to its simplicity and ease of use. Arduino Mega offers more I/O pins, which is beneficial for complex systems. Choose based on project requirements and scalability.</a:t>
            </a:r>
            <a:endParaRPr lang="en-US" sz="1100" dirty="0"/>
          </a:p>
        </p:txBody>
      </p:sp>
      <p:pic>
        <p:nvPicPr>
          <p:cNvPr id="12" name="Picture 6" descr="Types Of Arduino Boards | Arduino Uno | Mega | Mini | Specification"/>
          <p:cNvPicPr>
            <a:picLocks noChangeAspect="1" noChangeArrowheads="1"/>
          </p:cNvPicPr>
          <p:nvPr/>
        </p:nvPicPr>
        <p:blipFill>
          <a:blip r:embed="rId3" cstate="print"/>
          <a:srcRect/>
          <a:stretch>
            <a:fillRect/>
          </a:stretch>
        </p:blipFill>
        <p:spPr bwMode="auto">
          <a:xfrm>
            <a:off x="5867400" y="1123950"/>
            <a:ext cx="2220460" cy="1203113"/>
          </a:xfrm>
          <a:prstGeom prst="rect">
            <a:avLst/>
          </a:prstGeom>
          <a:noFill/>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p:cNvSpPr>
          <p:nvPr>
            <p:ph type="title" idx="4294967295"/>
          </p:nvPr>
        </p:nvSpPr>
        <p:spPr>
          <a:xfrm>
            <a:off x="152400" y="2266950"/>
            <a:ext cx="3124201" cy="533399"/>
          </a:xfrm>
          <a:prstGeom prst="rect">
            <a:avLst/>
          </a:prstGeom>
          <a:noFill/>
          <a:ln w="0">
            <a:noFill/>
          </a:ln>
        </p:spPr>
        <p:txBody>
          <a:bodyPr lIns="91440" tIns="91440" rIns="91440" bIns="91440" anchor="t">
            <a:normAutofit/>
          </a:bodyPr>
          <a:lstStyle/>
          <a:p>
            <a:pPr indent="0">
              <a:lnSpc>
                <a:spcPct val="100000"/>
              </a:lnSpc>
              <a:buNone/>
              <a:tabLst>
                <a:tab pos="0" algn="l"/>
              </a:tabLst>
            </a:pPr>
            <a:r>
              <a:rPr lang="en" b="1" spc="-1" dirty="0" smtClean="0">
                <a:solidFill>
                  <a:srgbClr val="02050A"/>
                </a:solidFill>
                <a:latin typeface="Tiro Kannada"/>
              </a:rPr>
              <a:t>Programming Logic</a:t>
            </a:r>
            <a:endParaRPr lang="fr-FR" b="1" strike="noStrike" spc="-1" dirty="0">
              <a:solidFill>
                <a:srgbClr val="02050A"/>
              </a:solidFill>
              <a:latin typeface="Arial"/>
            </a:endParaRPr>
          </a:p>
        </p:txBody>
      </p:sp>
      <p:sp>
        <p:nvSpPr>
          <p:cNvPr id="208" name="PlaceHolder 2"/>
          <p:cNvSpPr>
            <a:spLocks noGrp="1"/>
          </p:cNvSpPr>
          <p:nvPr>
            <p:ph type="subTitle" idx="4294967295"/>
          </p:nvPr>
        </p:nvSpPr>
        <p:spPr>
          <a:xfrm>
            <a:off x="152400" y="2800350"/>
            <a:ext cx="5486400" cy="1447800"/>
          </a:xfrm>
          <a:prstGeom prst="rect">
            <a:avLst/>
          </a:prstGeom>
          <a:noFill/>
          <a:ln w="0">
            <a:noFill/>
          </a:ln>
        </p:spPr>
        <p:txBody>
          <a:bodyPr lIns="91440" tIns="91440" rIns="91440" bIns="91440" anchor="t">
            <a:normAutofit fontScale="95696"/>
          </a:bodyPr>
          <a:lstStyle/>
          <a:p>
            <a:pPr indent="0">
              <a:lnSpc>
                <a:spcPct val="100000"/>
              </a:lnSpc>
              <a:spcAft>
                <a:spcPts val="1599"/>
              </a:spcAft>
              <a:buNone/>
              <a:tabLst>
                <a:tab pos="0" algn="l"/>
              </a:tabLst>
            </a:pPr>
            <a:r>
              <a:rPr lang="en" sz="1400" b="0" strike="noStrike" spc="-1" dirty="0" smtClean="0">
                <a:solidFill>
                  <a:srgbClr val="02050A"/>
                </a:solidFill>
                <a:latin typeface="Figtree"/>
                <a:ea typeface="Figtree"/>
              </a:rPr>
              <a:t>Programming logic dedicates how the automatic toll gate responds to ultrasonic sensor inputs.The </a:t>
            </a:r>
            <a:r>
              <a:rPr lang="en" sz="1400" b="0" strike="noStrike" spc="-1" dirty="0">
                <a:solidFill>
                  <a:srgbClr val="02050A"/>
                </a:solidFill>
                <a:latin typeface="Figtree"/>
                <a:ea typeface="Figtree"/>
              </a:rPr>
              <a:t>software must manage sensor inputs, control outputs for barriers, and process toll transactions. Key steps include reading data from sensors, responding to vehicle detection, calculating fees, and updating the user interface</a:t>
            </a:r>
            <a:r>
              <a:rPr lang="en" sz="1400" b="0" strike="noStrike" spc="-1" dirty="0">
                <a:solidFill>
                  <a:schemeClr val="dk1"/>
                </a:solidFill>
                <a:latin typeface="Figtree"/>
                <a:ea typeface="Figtree"/>
              </a:rPr>
              <a:t>. </a:t>
            </a:r>
            <a:endParaRPr lang="en-US" sz="1400" b="0" strike="noStrike" spc="-1" dirty="0">
              <a:solidFill>
                <a:srgbClr val="000000"/>
              </a:solidFill>
              <a:latin typeface="OpenSymbol"/>
            </a:endParaRPr>
          </a:p>
        </p:txBody>
      </p:sp>
      <p:sp>
        <p:nvSpPr>
          <p:cNvPr id="4" name="Rectangle 3"/>
          <p:cNvSpPr/>
          <p:nvPr/>
        </p:nvSpPr>
        <p:spPr>
          <a:xfrm>
            <a:off x="228600" y="361950"/>
            <a:ext cx="2721001" cy="369332"/>
          </a:xfrm>
          <a:prstGeom prst="rect">
            <a:avLst/>
          </a:prstGeom>
        </p:spPr>
        <p:txBody>
          <a:bodyPr wrap="none">
            <a:spAutoFit/>
          </a:bodyPr>
          <a:lstStyle/>
          <a:p>
            <a:r>
              <a:rPr lang="en" b="1" spc="-1" dirty="0" smtClean="0">
                <a:solidFill>
                  <a:srgbClr val="02050A"/>
                </a:solidFill>
                <a:latin typeface="Tiro Kannada"/>
                <a:ea typeface="Tiro Kannada"/>
              </a:rPr>
              <a:t>Circuit Diagram Layout</a:t>
            </a:r>
            <a:endParaRPr lang="en-US" b="1" dirty="0">
              <a:solidFill>
                <a:srgbClr val="02050A"/>
              </a:solidFill>
            </a:endParaRPr>
          </a:p>
        </p:txBody>
      </p:sp>
      <p:sp>
        <p:nvSpPr>
          <p:cNvPr id="5" name="Rectangle 4"/>
          <p:cNvSpPr/>
          <p:nvPr/>
        </p:nvSpPr>
        <p:spPr>
          <a:xfrm>
            <a:off x="304800" y="895350"/>
            <a:ext cx="4495800" cy="1015663"/>
          </a:xfrm>
          <a:prstGeom prst="rect">
            <a:avLst/>
          </a:prstGeom>
        </p:spPr>
        <p:txBody>
          <a:bodyPr wrap="square">
            <a:spAutoFit/>
          </a:bodyPr>
          <a:lstStyle/>
          <a:p>
            <a:r>
              <a:rPr lang="en" sz="1200" spc="-1" dirty="0" smtClean="0">
                <a:solidFill>
                  <a:srgbClr val="02050A"/>
                </a:solidFill>
                <a:latin typeface="Figtree"/>
                <a:ea typeface="Figtree"/>
              </a:rPr>
              <a:t>The circuit diagram must clearly illustrate connections between the Arduino, sensors, and power supply. Include components such as relay ultrasonic sensors, and servo motor ensuring proper notation for inputs and outputs. This layout serves as a guide for hardware assembly and debugging</a:t>
            </a:r>
            <a:endParaRPr lang="en-US" sz="1200" dirty="0">
              <a:solidFill>
                <a:srgbClr val="02050A"/>
              </a:solidFill>
            </a:endParaRPr>
          </a:p>
        </p:txBody>
      </p:sp>
      <p:pic>
        <p:nvPicPr>
          <p:cNvPr id="6" name="Picture 4" descr="https://blogger.googleusercontent.com/img/b/R29vZ2xl/AVvXsEgZyVl47N96-JFT-v6nFe9Wo8wrlhgB-gtXLcdGStjyB4FyGYYYXZjqQ5dcMOZSYo5L2vMpLSsE5qqUlqtuJqv2_d6BEFxuzMaAPchzzAvKPmqOw_D_7LAzombGqPINr6CrSxloFQ_0QV5ljbIHcRfaMQfFRe524ABcJgVarHlFoniDlw5wjLcwJHVSwx_s/w660-h435/Ultra%20_Gate.png"/>
          <p:cNvPicPr>
            <a:picLocks noChangeAspect="1" noChangeArrowheads="1"/>
          </p:cNvPicPr>
          <p:nvPr/>
        </p:nvPicPr>
        <p:blipFill>
          <a:blip r:embed="rId2"/>
          <a:srcRect/>
          <a:stretch>
            <a:fillRect/>
          </a:stretch>
        </p:blipFill>
        <p:spPr bwMode="auto">
          <a:xfrm>
            <a:off x="5181600" y="590550"/>
            <a:ext cx="3052763" cy="2012264"/>
          </a:xfrm>
          <a:prstGeom prst="rect">
            <a:avLst/>
          </a:prstGeom>
          <a:noFill/>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33350"/>
            <a:ext cx="5224674" cy="400110"/>
          </a:xfrm>
          <a:prstGeom prst="rect">
            <a:avLst/>
          </a:prstGeom>
        </p:spPr>
        <p:txBody>
          <a:bodyPr wrap="square">
            <a:spAutoFit/>
          </a:bodyPr>
          <a:lstStyle/>
          <a:p>
            <a:r>
              <a:rPr lang="en-US" sz="2000" b="1" dirty="0" smtClean="0"/>
              <a:t>Testing procedure </a:t>
            </a:r>
            <a:endParaRPr lang="en-US" sz="2000" b="1" dirty="0"/>
          </a:p>
        </p:txBody>
      </p:sp>
      <p:sp>
        <p:nvSpPr>
          <p:cNvPr id="3" name="Rectangle 2"/>
          <p:cNvSpPr/>
          <p:nvPr/>
        </p:nvSpPr>
        <p:spPr>
          <a:xfrm>
            <a:off x="304800" y="514350"/>
            <a:ext cx="1861369" cy="338554"/>
          </a:xfrm>
          <a:prstGeom prst="rect">
            <a:avLst/>
          </a:prstGeom>
        </p:spPr>
        <p:txBody>
          <a:bodyPr wrap="square">
            <a:spAutoFit/>
          </a:bodyPr>
          <a:lstStyle/>
          <a:p>
            <a:r>
              <a:rPr lang="en-US" sz="1600" dirty="0"/>
              <a:t>1. Hardware Setup:</a:t>
            </a:r>
          </a:p>
        </p:txBody>
      </p:sp>
      <p:sp>
        <p:nvSpPr>
          <p:cNvPr id="4" name="Rectangle 3"/>
          <p:cNvSpPr/>
          <p:nvPr/>
        </p:nvSpPr>
        <p:spPr>
          <a:xfrm>
            <a:off x="609600" y="819150"/>
            <a:ext cx="7010400" cy="923330"/>
          </a:xfrm>
          <a:prstGeom prst="rect">
            <a:avLst/>
          </a:prstGeom>
        </p:spPr>
        <p:txBody>
          <a:bodyPr wrap="square">
            <a:spAutoFit/>
          </a:bodyPr>
          <a:lstStyle/>
          <a:p>
            <a:pPr fontAlgn="ctr"/>
            <a:r>
              <a:rPr lang="en-US" sz="1200" b="1" dirty="0" err="1"/>
              <a:t>Arduino</a:t>
            </a:r>
            <a:r>
              <a:rPr lang="en-US" sz="1200" b="1" dirty="0"/>
              <a:t> Microcontroller:</a:t>
            </a:r>
            <a:r>
              <a:rPr lang="en-US" sz="1200" dirty="0"/>
              <a:t> Choose an </a:t>
            </a:r>
            <a:r>
              <a:rPr lang="en-US" sz="1200" dirty="0" err="1"/>
              <a:t>Arduino</a:t>
            </a:r>
            <a:r>
              <a:rPr lang="en-US" sz="1200" dirty="0"/>
              <a:t> board (e.g., Uno, </a:t>
            </a:r>
            <a:r>
              <a:rPr lang="en-US" sz="1200" dirty="0" err="1"/>
              <a:t>Nano</a:t>
            </a:r>
            <a:r>
              <a:rPr lang="en-US" sz="1200" dirty="0"/>
              <a:t>).</a:t>
            </a:r>
            <a:r>
              <a:rPr lang="en-US" dirty="0"/>
              <a:t> </a:t>
            </a:r>
          </a:p>
          <a:p>
            <a:r>
              <a:rPr lang="en-US" dirty="0" smtClean="0"/>
              <a:t/>
            </a:r>
            <a:br>
              <a:rPr lang="en-US" dirty="0" smtClean="0"/>
            </a:br>
            <a:endParaRPr lang="en-US" dirty="0"/>
          </a:p>
        </p:txBody>
      </p:sp>
      <p:sp>
        <p:nvSpPr>
          <p:cNvPr id="6" name="Rectangle 5"/>
          <p:cNvSpPr/>
          <p:nvPr/>
        </p:nvSpPr>
        <p:spPr>
          <a:xfrm>
            <a:off x="609600" y="895350"/>
            <a:ext cx="4648200" cy="646331"/>
          </a:xfrm>
          <a:prstGeom prst="rect">
            <a:avLst/>
          </a:prstGeom>
        </p:spPr>
        <p:txBody>
          <a:bodyPr wrap="square">
            <a:spAutoFit/>
          </a:bodyPr>
          <a:lstStyle/>
          <a:p>
            <a:r>
              <a:rPr lang="en-US" dirty="0"/>
              <a:t> </a:t>
            </a:r>
            <a:endParaRPr lang="en-US" dirty="0" smtClean="0"/>
          </a:p>
          <a:p>
            <a:endParaRPr lang="en-US" dirty="0"/>
          </a:p>
        </p:txBody>
      </p:sp>
      <p:sp>
        <p:nvSpPr>
          <p:cNvPr id="7" name="Rectangle 6"/>
          <p:cNvSpPr/>
          <p:nvPr/>
        </p:nvSpPr>
        <p:spPr>
          <a:xfrm>
            <a:off x="609600" y="1200150"/>
            <a:ext cx="6324600" cy="738664"/>
          </a:xfrm>
          <a:prstGeom prst="rect">
            <a:avLst/>
          </a:prstGeom>
        </p:spPr>
        <p:txBody>
          <a:bodyPr wrap="square">
            <a:spAutoFit/>
          </a:bodyPr>
          <a:lstStyle/>
          <a:p>
            <a:pPr fontAlgn="ctr"/>
            <a:r>
              <a:rPr lang="en-US" sz="1200" b="1" dirty="0"/>
              <a:t>Servo Motor:</a:t>
            </a:r>
            <a:r>
              <a:rPr lang="en-US" sz="1200" dirty="0"/>
              <a:t> Connect a servo motor to control the gate's movement. </a:t>
            </a:r>
          </a:p>
          <a:p>
            <a:r>
              <a:rPr lang="en-US" sz="1200" b="1" dirty="0"/>
              <a:t>Wiring:</a:t>
            </a:r>
            <a:r>
              <a:rPr lang="en-US" sz="1200" dirty="0"/>
              <a:t> Connect the sensors, servo motor, and </a:t>
            </a:r>
            <a:r>
              <a:rPr lang="en-US" sz="1200" dirty="0" err="1"/>
              <a:t>Arduino</a:t>
            </a:r>
            <a:r>
              <a:rPr lang="en-US" sz="1200" dirty="0"/>
              <a:t> according to </a:t>
            </a:r>
            <a:r>
              <a:rPr lang="en-US" sz="1200" dirty="0" smtClean="0"/>
              <a:t>the chosen </a:t>
            </a:r>
            <a:r>
              <a:rPr lang="en-US" sz="1200" dirty="0"/>
              <a:t>sensor type and servo motor specifications.</a:t>
            </a:r>
            <a:r>
              <a:rPr lang="en-US" dirty="0"/>
              <a:t> </a:t>
            </a:r>
          </a:p>
        </p:txBody>
      </p:sp>
      <p:sp>
        <p:nvSpPr>
          <p:cNvPr id="9" name="Rectangle 8"/>
          <p:cNvSpPr/>
          <p:nvPr/>
        </p:nvSpPr>
        <p:spPr>
          <a:xfrm>
            <a:off x="381000" y="1962150"/>
            <a:ext cx="2209800" cy="338554"/>
          </a:xfrm>
          <a:prstGeom prst="rect">
            <a:avLst/>
          </a:prstGeom>
        </p:spPr>
        <p:txBody>
          <a:bodyPr wrap="square">
            <a:spAutoFit/>
          </a:bodyPr>
          <a:lstStyle/>
          <a:p>
            <a:r>
              <a:rPr lang="en-US" sz="1600" dirty="0"/>
              <a:t>2. </a:t>
            </a:r>
            <a:r>
              <a:rPr lang="en-US" sz="1600" dirty="0" err="1"/>
              <a:t>Arduino</a:t>
            </a:r>
            <a:r>
              <a:rPr lang="en-US" sz="1600" dirty="0"/>
              <a:t> Code</a:t>
            </a:r>
            <a:r>
              <a:rPr lang="en-US" sz="1200" dirty="0"/>
              <a:t>:</a:t>
            </a:r>
          </a:p>
        </p:txBody>
      </p:sp>
      <p:sp>
        <p:nvSpPr>
          <p:cNvPr id="10" name="Rectangle 9"/>
          <p:cNvSpPr/>
          <p:nvPr/>
        </p:nvSpPr>
        <p:spPr>
          <a:xfrm>
            <a:off x="533400" y="1962150"/>
            <a:ext cx="6324600" cy="1292662"/>
          </a:xfrm>
          <a:prstGeom prst="rect">
            <a:avLst/>
          </a:prstGeom>
        </p:spPr>
        <p:txBody>
          <a:bodyPr wrap="square">
            <a:spAutoFit/>
          </a:bodyPr>
          <a:lstStyle/>
          <a:p>
            <a:endParaRPr lang="en-US" dirty="0" smtClean="0"/>
          </a:p>
          <a:p>
            <a:pPr lvl="1" fontAlgn="ctr"/>
            <a:r>
              <a:rPr lang="en-US" sz="1200" b="1" dirty="0" smtClean="0"/>
              <a:t>Ultrasonic </a:t>
            </a:r>
            <a:r>
              <a:rPr lang="en-US" sz="1200" b="1" dirty="0"/>
              <a:t>Sensors:</a:t>
            </a:r>
            <a:r>
              <a:rPr lang="en-US" sz="1200" dirty="0"/>
              <a:t> When the ultrasonic sensor detects a vehicle within a certain distance, trigger the servo motor to move to the </a:t>
            </a:r>
            <a:r>
              <a:rPr lang="en-US" sz="1200" dirty="0" smtClean="0"/>
              <a:t>90 degree </a:t>
            </a:r>
            <a:r>
              <a:rPr lang="en-US" sz="1200" dirty="0"/>
              <a:t>position (open). </a:t>
            </a:r>
          </a:p>
          <a:p>
            <a:pPr fontAlgn="ctr"/>
            <a:r>
              <a:rPr lang="en-US" sz="1200" b="1" dirty="0"/>
              <a:t>Delay:</a:t>
            </a:r>
            <a:r>
              <a:rPr lang="en-US" sz="1200" dirty="0"/>
              <a:t> Introduce a short delay to allow the vehicle to pass through. </a:t>
            </a:r>
          </a:p>
          <a:p>
            <a:r>
              <a:rPr lang="en-US" sz="1200" b="1" dirty="0"/>
              <a:t>Gate Return:</a:t>
            </a:r>
            <a:r>
              <a:rPr lang="en-US" sz="1200" dirty="0"/>
              <a:t> After the delay, trigger the servo motor to return to its </a:t>
            </a:r>
            <a:r>
              <a:rPr lang="en-US" sz="1200" dirty="0" smtClean="0"/>
              <a:t>original position </a:t>
            </a:r>
            <a:r>
              <a:rPr lang="en-US" sz="1200" dirty="0"/>
              <a:t>(0 </a:t>
            </a:r>
            <a:r>
              <a:rPr lang="en-US" sz="1200" dirty="0" err="1" smtClean="0"/>
              <a:t>degrees,closed</a:t>
            </a:r>
            <a:r>
              <a:rPr lang="en-US" sz="1200" dirty="0" smtClean="0"/>
              <a:t>).</a:t>
            </a:r>
            <a:endParaRPr lang="en-US" dirty="0"/>
          </a:p>
        </p:txBody>
      </p:sp>
      <p:sp>
        <p:nvSpPr>
          <p:cNvPr id="11" name="Rectangle 10"/>
          <p:cNvSpPr/>
          <p:nvPr/>
        </p:nvSpPr>
        <p:spPr>
          <a:xfrm>
            <a:off x="381000" y="3486150"/>
            <a:ext cx="2396233" cy="338554"/>
          </a:xfrm>
          <a:prstGeom prst="rect">
            <a:avLst/>
          </a:prstGeom>
        </p:spPr>
        <p:txBody>
          <a:bodyPr wrap="none">
            <a:spAutoFit/>
          </a:bodyPr>
          <a:lstStyle/>
          <a:p>
            <a:r>
              <a:rPr lang="en-US" sz="1600" dirty="0"/>
              <a:t>3. Testing and Refinement:</a:t>
            </a:r>
          </a:p>
        </p:txBody>
      </p:sp>
      <p:sp>
        <p:nvSpPr>
          <p:cNvPr id="12" name="Rectangle 11"/>
          <p:cNvSpPr/>
          <p:nvPr/>
        </p:nvSpPr>
        <p:spPr>
          <a:xfrm>
            <a:off x="609600" y="3790950"/>
            <a:ext cx="6019800" cy="646331"/>
          </a:xfrm>
          <a:prstGeom prst="rect">
            <a:avLst/>
          </a:prstGeom>
        </p:spPr>
        <p:txBody>
          <a:bodyPr wrap="square">
            <a:spAutoFit/>
          </a:bodyPr>
          <a:lstStyle/>
          <a:p>
            <a:r>
              <a:rPr lang="en-US" sz="1200" b="1" dirty="0"/>
              <a:t>Test the System:</a:t>
            </a:r>
            <a:r>
              <a:rPr lang="en-US" sz="1200" dirty="0"/>
              <a:t> Thoroughly test the system to ensure it functions correctly.</a:t>
            </a:r>
          </a:p>
          <a:p>
            <a:r>
              <a:rPr lang="en-US" sz="1200" b="1" dirty="0"/>
              <a:t>Adjust Delays:</a:t>
            </a:r>
            <a:r>
              <a:rPr lang="en-US" sz="1200" dirty="0"/>
              <a:t> Fine-tune the delays to match the desired gate opening and closing times.</a:t>
            </a:r>
          </a:p>
          <a:p>
            <a:r>
              <a:rPr lang="en-US" sz="1200" b="1" dirty="0"/>
              <a:t>Refine Code:</a:t>
            </a:r>
            <a:r>
              <a:rPr lang="en-US" sz="1200" dirty="0"/>
              <a:t> Improve the code for efficiency and robustness.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p:cNvSpPr>
          <p:nvPr>
            <p:ph type="title" idx="4294967295"/>
          </p:nvPr>
        </p:nvSpPr>
        <p:spPr>
          <a:xfrm>
            <a:off x="0" y="819150"/>
            <a:ext cx="2362200" cy="761999"/>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000" b="1" strike="noStrike" spc="-1" dirty="0" smtClean="0">
                <a:solidFill>
                  <a:schemeClr val="dk1"/>
                </a:solidFill>
                <a:latin typeface="Tiro Kannada"/>
                <a:ea typeface="Tiro Kannada"/>
              </a:rPr>
              <a:t>Conclusion</a:t>
            </a:r>
            <a:endParaRPr lang="fr-FR" sz="2000" b="1" strike="noStrike" spc="-1" dirty="0">
              <a:solidFill>
                <a:schemeClr val="dk1"/>
              </a:solidFill>
              <a:latin typeface="Arial"/>
            </a:endParaRPr>
          </a:p>
        </p:txBody>
      </p:sp>
      <p:sp>
        <p:nvSpPr>
          <p:cNvPr id="215" name="PlaceHolder 2"/>
          <p:cNvSpPr>
            <a:spLocks noGrp="1"/>
          </p:cNvSpPr>
          <p:nvPr>
            <p:ph type="subTitle" idx="4294967295"/>
          </p:nvPr>
        </p:nvSpPr>
        <p:spPr>
          <a:xfrm>
            <a:off x="76200" y="1428750"/>
            <a:ext cx="4419600" cy="21336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dirty="0" smtClean="0">
                <a:solidFill>
                  <a:schemeClr val="dk1"/>
                </a:solidFill>
                <a:latin typeface="Figtree"/>
                <a:ea typeface="Figtree"/>
              </a:rPr>
              <a:t>The project demonstrated the feasibility of using arduino for automatic parking toll gates,gate control and toll fee display.Future improvements could include better vehicle detection.This system has great potential for practical applications in parking facilities and could be further enhanced for scalability and efficiency.</a:t>
            </a:r>
          </a:p>
          <a:p>
            <a:pPr indent="0">
              <a:lnSpc>
                <a:spcPct val="100000"/>
              </a:lnSpc>
              <a:buNone/>
              <a:tabLst>
                <a:tab pos="0" algn="l"/>
              </a:tabLst>
            </a:pPr>
            <a:r>
              <a:rPr lang="en" sz="1200" b="0" strike="noStrike" spc="-1" dirty="0" smtClean="0">
                <a:solidFill>
                  <a:schemeClr val="dk1"/>
                </a:solidFill>
                <a:latin typeface="Figtree"/>
                <a:ea typeface="Figtree"/>
              </a:rPr>
              <a:t>By </a:t>
            </a:r>
            <a:r>
              <a:rPr lang="en" sz="1200" b="0" strike="noStrike" spc="-1" dirty="0">
                <a:solidFill>
                  <a:schemeClr val="dk1"/>
                </a:solidFill>
                <a:latin typeface="Figtree"/>
                <a:ea typeface="Figtree"/>
              </a:rPr>
              <a:t>integrating various sensors and software, the system enhances user convenience and optimizes space usage</a:t>
            </a:r>
            <a:r>
              <a:rPr lang="en" sz="1200" b="0" strike="noStrike" spc="-1" dirty="0" smtClean="0">
                <a:solidFill>
                  <a:schemeClr val="dk1"/>
                </a:solidFill>
                <a:latin typeface="Figtree"/>
                <a:ea typeface="Figtree"/>
              </a:rPr>
              <a:t>.</a:t>
            </a:r>
          </a:p>
          <a:p>
            <a:pPr indent="0">
              <a:lnSpc>
                <a:spcPct val="100000"/>
              </a:lnSpc>
              <a:buNone/>
              <a:tabLst>
                <a:tab pos="0" algn="l"/>
              </a:tabLst>
            </a:pPr>
            <a:endParaRPr lang="en-US" sz="1200" b="0" strike="noStrike" spc="-1" dirty="0">
              <a:solidFill>
                <a:srgbClr val="000000"/>
              </a:solidFill>
              <a:latin typeface="OpenSymbol"/>
            </a:endParaRPr>
          </a:p>
        </p:txBody>
      </p:sp>
      <p:pic>
        <p:nvPicPr>
          <p:cNvPr id="1026" name="Picture 2" descr="How to make automatic car parking toll gate system | Toll gate using  arduino | Arduino project"/>
          <p:cNvPicPr>
            <a:picLocks noChangeAspect="1" noChangeArrowheads="1"/>
          </p:cNvPicPr>
          <p:nvPr/>
        </p:nvPicPr>
        <p:blipFill>
          <a:blip r:embed="rId2"/>
          <a:srcRect/>
          <a:stretch>
            <a:fillRect/>
          </a:stretch>
        </p:blipFill>
        <p:spPr bwMode="auto">
          <a:xfrm>
            <a:off x="5029200" y="1276350"/>
            <a:ext cx="3505200" cy="2124641"/>
          </a:xfrm>
          <a:prstGeom prst="rect">
            <a:avLst/>
          </a:prstGeom>
          <a:noFill/>
        </p:spPr>
      </p:pic>
    </p:spTree>
  </p:cSld>
  <p:clrMapOvr>
    <a:masterClrMapping/>
  </p:clrMapOvr>
  <mc:AlternateContent xmlns:mc="http://schemas.openxmlformats.org/markup-compatibility/2006">
    <mc:Choice xmlns="" xmlns:p14="http://schemas.microsoft.com/office/powerpoint/2010/main" xmlns:p15="http://schemas.microsoft.com/office/powerpoint/2012/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9800" y="1581150"/>
            <a:ext cx="4800600" cy="1107996"/>
          </a:xfrm>
          <a:prstGeom prst="rect">
            <a:avLst/>
          </a:prstGeom>
        </p:spPr>
        <p:txBody>
          <a:bodyPr wrap="square">
            <a:spAutoFit/>
          </a:bodyPr>
          <a:lstStyle/>
          <a:p>
            <a:r>
              <a:rPr lang="en-US" sz="6600" dirty="0" smtClean="0"/>
              <a:t>THANK YOU</a:t>
            </a:r>
            <a:endParaRPr lang="en-US" sz="6600" dirty="0"/>
          </a:p>
        </p:txBody>
      </p:sp>
      <p:sp>
        <p:nvSpPr>
          <p:cNvPr id="3" name="Rectangle 2"/>
          <p:cNvSpPr/>
          <p:nvPr/>
        </p:nvSpPr>
        <p:spPr>
          <a:xfrm>
            <a:off x="7010400" y="2876550"/>
            <a:ext cx="1410194" cy="646331"/>
          </a:xfrm>
          <a:prstGeom prst="rect">
            <a:avLst/>
          </a:prstGeom>
        </p:spPr>
        <p:txBody>
          <a:bodyPr wrap="none">
            <a:spAutoFit/>
          </a:bodyPr>
          <a:lstStyle/>
          <a:p>
            <a:r>
              <a:rPr lang="en-US" dirty="0" smtClean="0"/>
              <a:t>Presented </a:t>
            </a:r>
            <a:r>
              <a:rPr lang="en-US" dirty="0" smtClean="0"/>
              <a:t>by</a:t>
            </a:r>
          </a:p>
          <a:p>
            <a:r>
              <a:rPr lang="en-US" dirty="0" smtClean="0"/>
              <a:t>BATCH 1</a:t>
            </a:r>
            <a:endParaRPr lang="en-US" dirty="0"/>
          </a:p>
        </p:txBody>
      </p:sp>
      <p:sp>
        <p:nvSpPr>
          <p:cNvPr id="4" name="Rectangle 3"/>
          <p:cNvSpPr/>
          <p:nvPr/>
        </p:nvSpPr>
        <p:spPr>
          <a:xfrm>
            <a:off x="7086600" y="3409950"/>
            <a:ext cx="878767" cy="1015663"/>
          </a:xfrm>
          <a:prstGeom prst="rect">
            <a:avLst/>
          </a:prstGeom>
        </p:spPr>
        <p:txBody>
          <a:bodyPr wrap="none">
            <a:spAutoFit/>
          </a:bodyPr>
          <a:lstStyle/>
          <a:p>
            <a:r>
              <a:rPr lang="en-US" sz="1000" dirty="0" smtClean="0"/>
              <a:t>23A31A04P8</a:t>
            </a:r>
          </a:p>
          <a:p>
            <a:r>
              <a:rPr lang="en-US" sz="1000" dirty="0" smtClean="0"/>
              <a:t>23A31A04P9</a:t>
            </a:r>
          </a:p>
          <a:p>
            <a:r>
              <a:rPr lang="en-US" sz="1000" dirty="0" smtClean="0"/>
              <a:t>23A31A04Q0</a:t>
            </a:r>
          </a:p>
          <a:p>
            <a:r>
              <a:rPr lang="en-US" sz="1000" dirty="0" smtClean="0"/>
              <a:t>23A31A04Q1</a:t>
            </a:r>
          </a:p>
          <a:p>
            <a:r>
              <a:rPr lang="en-US" sz="1000" dirty="0" smtClean="0"/>
              <a:t>23A31A04Q2</a:t>
            </a:r>
          </a:p>
          <a:p>
            <a:r>
              <a:rPr lang="en-US" sz="1000" dirty="0" smtClean="0"/>
              <a:t>23A31A04Q4</a:t>
            </a:r>
            <a:endParaRPr lang="en-US" sz="1000" dirty="0"/>
          </a:p>
        </p:txBody>
      </p:sp>
    </p:spTree>
  </p:cSld>
  <p:clrMapOvr>
    <a:masterClrMapping/>
  </p:clrMapOvr>
</p:sld>
</file>

<file path=ppt/theme/theme1.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National Defense by Slidesgo">
  <a:themeElements>
    <a:clrScheme name="Simple Light">
      <a:dk1>
        <a:srgbClr val="0E2141"/>
      </a:dk1>
      <a:lt1>
        <a:srgbClr val="E0E0E0"/>
      </a:lt1>
      <a:dk2>
        <a:srgbClr val="FFFFFF"/>
      </a:dk2>
      <a:lt2>
        <a:srgbClr val="2D5494"/>
      </a:lt2>
      <a:accent1>
        <a:srgbClr val="CC0000"/>
      </a:accent1>
      <a:accent2>
        <a:srgbClr val="810C0C"/>
      </a:accent2>
      <a:accent3>
        <a:srgbClr val="FFFFFF"/>
      </a:accent3>
      <a:accent4>
        <a:srgbClr val="FFFFFF"/>
      </a:accent4>
      <a:accent5>
        <a:srgbClr val="FFFFFF"/>
      </a:accent5>
      <a:accent6>
        <a:srgbClr val="FFFFFF"/>
      </a:accent6>
      <a:hlink>
        <a:srgbClr val="0E214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194</TotalTime>
  <Words>457</Words>
  <Application>LibreOffice/7.6.7.2$Linux_X86_64 LibreOffice_project/60$Build-2</Application>
  <PresentationFormat>On-screen Show (16:9)</PresentationFormat>
  <Paragraphs>55</Paragraphs>
  <Slides>7</Slides>
  <Notes>0</Notes>
  <HiddenSlides>0</HiddenSlides>
  <MMClips>0</MMClips>
  <ScaleCrop>false</ScaleCrop>
  <HeadingPairs>
    <vt:vector size="4" baseType="variant">
      <vt:variant>
        <vt:lpstr>Theme</vt:lpstr>
      </vt:variant>
      <vt:variant>
        <vt:i4>26</vt:i4>
      </vt:variant>
      <vt:variant>
        <vt:lpstr>Slide Titles</vt:lpstr>
      </vt:variant>
      <vt:variant>
        <vt:i4>7</vt:i4>
      </vt:variant>
    </vt:vector>
  </HeadingPairs>
  <TitlesOfParts>
    <vt:vector size="33" baseType="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National Defense by Slidesgo</vt:lpstr>
      <vt:lpstr>Slidesgo Final Pages</vt:lpstr>
      <vt:lpstr>Slidesgo Final Pages</vt:lpstr>
      <vt:lpstr>Office Theme</vt:lpstr>
      <vt:lpstr>Designing an Automatic Car Parking Toll Gate using Arduino</vt:lpstr>
      <vt:lpstr>gate</vt:lpstr>
      <vt:lpstr>Sensors Required</vt:lpstr>
      <vt:lpstr>Programming Logic</vt:lpstr>
      <vt:lpstr>Slide 5</vt:lpstr>
      <vt:lpstr>Conclusion</vt:lpstr>
      <vt:lpstr>Slide 7</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an Automatic Car Parking Toll Gate</dc:title>
  <cp:lastModifiedBy>HP</cp:lastModifiedBy>
  <cp:revision>24</cp:revision>
  <dcterms:modified xsi:type="dcterms:W3CDTF">2025-03-13T01:18:09Z</dcterms:modified>
</cp:coreProperties>
</file>

<file path=docProps/core1.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2025-03-11T15:15:28Z</dcterms:created>
  <dc:creator>Unknown Creator</dc:creator>
  <dc:description/>
  <dc:language>en-US</dc:language>
  <cp:lastModifiedBy>Unknown Creator</cp:lastModifiedBy>
  <dcterms:modified xsi:type="dcterms:W3CDTF">2025-03-11T15:15:28Z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